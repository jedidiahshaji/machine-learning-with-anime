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93" r:id="rId4"/>
  </p:sldMasterIdLst>
  <p:notesMasterIdLst>
    <p:notesMasterId r:id="rId18"/>
  </p:notesMasterIdLst>
  <p:handoutMasterIdLst>
    <p:handoutMasterId r:id="rId19"/>
  </p:handoutMasterIdLst>
  <p:sldIdLst>
    <p:sldId id="310" r:id="rId5"/>
    <p:sldId id="307" r:id="rId6"/>
    <p:sldId id="312" r:id="rId7"/>
    <p:sldId id="325" r:id="rId8"/>
    <p:sldId id="326" r:id="rId9"/>
    <p:sldId id="324" r:id="rId10"/>
    <p:sldId id="314" r:id="rId11"/>
    <p:sldId id="316" r:id="rId12"/>
    <p:sldId id="327" r:id="rId13"/>
    <p:sldId id="328" r:id="rId14"/>
    <p:sldId id="329" r:id="rId15"/>
    <p:sldId id="320" r:id="rId16"/>
    <p:sldId id="321" r:id="rId17"/>
  </p:sldIdLst>
  <p:sldSz cx="12192000" cy="6858000"/>
  <p:notesSz cx="6858000" cy="9144000"/>
  <p:defaultTextStyle>
    <a:defPPr rtl="0">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8FA373B-EDBD-411D-8911-C9BEDAF82E32}" v="11" dt="2024-04-30T17:56:30.46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6" autoAdjust="0"/>
    <p:restoredTop sz="94902" autoAdjust="0"/>
  </p:normalViewPr>
  <p:slideViewPr>
    <p:cSldViewPr snapToGrid="0">
      <p:cViewPr varScale="1">
        <p:scale>
          <a:sx n="91" d="100"/>
          <a:sy n="91" d="100"/>
        </p:scale>
        <p:origin x="76" y="160"/>
      </p:cViewPr>
      <p:guideLst/>
    </p:cSldViewPr>
  </p:slideViewPr>
  <p:outlineViewPr>
    <p:cViewPr>
      <p:scale>
        <a:sx n="33" d="100"/>
        <a:sy n="33" d="100"/>
      </p:scale>
      <p:origin x="0" y="-974"/>
    </p:cViewPr>
  </p:outlin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114" d="100"/>
          <a:sy n="114" d="100"/>
        </p:scale>
        <p:origin x="2226" y="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ji, Jedidiah" userId="b18171e4-aa85-4b2c-a63d-b4162ae4c9ec" providerId="ADAL" clId="{F8FA373B-EDBD-411D-8911-C9BEDAF82E32}"/>
    <pc:docChg chg="undo custSel addSld delSld modSld">
      <pc:chgData name="Shaji, Jedidiah" userId="b18171e4-aa85-4b2c-a63d-b4162ae4c9ec" providerId="ADAL" clId="{F8FA373B-EDBD-411D-8911-C9BEDAF82E32}" dt="2024-04-30T17:58:53.816" v="524" actId="478"/>
      <pc:docMkLst>
        <pc:docMk/>
      </pc:docMkLst>
      <pc:sldChg chg="del">
        <pc:chgData name="Shaji, Jedidiah" userId="b18171e4-aa85-4b2c-a63d-b4162ae4c9ec" providerId="ADAL" clId="{F8FA373B-EDBD-411D-8911-C9BEDAF82E32}" dt="2024-04-30T17:40:35.450" v="63" actId="47"/>
        <pc:sldMkLst>
          <pc:docMk/>
          <pc:sldMk cId="3276479877" sldId="274"/>
        </pc:sldMkLst>
      </pc:sldChg>
      <pc:sldChg chg="delSp mod">
        <pc:chgData name="Shaji, Jedidiah" userId="b18171e4-aa85-4b2c-a63d-b4162ae4c9ec" providerId="ADAL" clId="{F8FA373B-EDBD-411D-8911-C9BEDAF82E32}" dt="2024-04-30T17:58:53.816" v="524" actId="478"/>
        <pc:sldMkLst>
          <pc:docMk/>
          <pc:sldMk cId="1476309329" sldId="307"/>
        </pc:sldMkLst>
        <pc:spChg chg="del">
          <ac:chgData name="Shaji, Jedidiah" userId="b18171e4-aa85-4b2c-a63d-b4162ae4c9ec" providerId="ADAL" clId="{F8FA373B-EDBD-411D-8911-C9BEDAF82E32}" dt="2024-04-30T17:58:53.816" v="524" actId="478"/>
          <ac:spMkLst>
            <pc:docMk/>
            <pc:sldMk cId="1476309329" sldId="307"/>
            <ac:spMk id="17" creationId="{FAF00753-16A6-4826-97EB-67D8291BE963}"/>
          </ac:spMkLst>
        </pc:spChg>
      </pc:sldChg>
      <pc:sldChg chg="delSp modSp mod">
        <pc:chgData name="Shaji, Jedidiah" userId="b18171e4-aa85-4b2c-a63d-b4162ae4c9ec" providerId="ADAL" clId="{F8FA373B-EDBD-411D-8911-C9BEDAF82E32}" dt="2024-04-30T17:58:47.692" v="523" actId="478"/>
        <pc:sldMkLst>
          <pc:docMk/>
          <pc:sldMk cId="1195628240" sldId="312"/>
        </pc:sldMkLst>
        <pc:spChg chg="mod">
          <ac:chgData name="Shaji, Jedidiah" userId="b18171e4-aa85-4b2c-a63d-b4162ae4c9ec" providerId="ADAL" clId="{F8FA373B-EDBD-411D-8911-C9BEDAF82E32}" dt="2024-04-30T17:48:16.666" v="484"/>
          <ac:spMkLst>
            <pc:docMk/>
            <pc:sldMk cId="1195628240" sldId="312"/>
            <ac:spMk id="10" creationId="{EB4CE206-F42E-4D3A-BF53-47DAC7871854}"/>
          </ac:spMkLst>
        </pc:spChg>
        <pc:spChg chg="del">
          <ac:chgData name="Shaji, Jedidiah" userId="b18171e4-aa85-4b2c-a63d-b4162ae4c9ec" providerId="ADAL" clId="{F8FA373B-EDBD-411D-8911-C9BEDAF82E32}" dt="2024-04-30T17:58:47.692" v="523" actId="478"/>
          <ac:spMkLst>
            <pc:docMk/>
            <pc:sldMk cId="1195628240" sldId="312"/>
            <ac:spMk id="11" creationId="{4DCB402D-A6C5-458C-9A07-A86DAE2F5F94}"/>
          </ac:spMkLst>
        </pc:spChg>
      </pc:sldChg>
      <pc:sldChg chg="delSp modSp mod">
        <pc:chgData name="Shaji, Jedidiah" userId="b18171e4-aa85-4b2c-a63d-b4162ae4c9ec" providerId="ADAL" clId="{F8FA373B-EDBD-411D-8911-C9BEDAF82E32}" dt="2024-04-30T17:58:20.811" v="519" actId="478"/>
        <pc:sldMkLst>
          <pc:docMk/>
          <pc:sldMk cId="2199825124" sldId="314"/>
        </pc:sldMkLst>
        <pc:spChg chg="mod">
          <ac:chgData name="Shaji, Jedidiah" userId="b18171e4-aa85-4b2c-a63d-b4162ae4c9ec" providerId="ADAL" clId="{F8FA373B-EDBD-411D-8911-C9BEDAF82E32}" dt="2024-04-30T17:47:47.463" v="480"/>
          <ac:spMkLst>
            <pc:docMk/>
            <pc:sldMk cId="2199825124" sldId="314"/>
            <ac:spMk id="7" creationId="{971B1FDE-DF7B-4BC6-8E9D-605FAF91A30D}"/>
          </ac:spMkLst>
        </pc:spChg>
        <pc:spChg chg="del">
          <ac:chgData name="Shaji, Jedidiah" userId="b18171e4-aa85-4b2c-a63d-b4162ae4c9ec" providerId="ADAL" clId="{F8FA373B-EDBD-411D-8911-C9BEDAF82E32}" dt="2024-04-30T17:58:20.811" v="519" actId="478"/>
          <ac:spMkLst>
            <pc:docMk/>
            <pc:sldMk cId="2199825124" sldId="314"/>
            <ac:spMk id="8" creationId="{48B8FE5F-FEB1-4F21-A501-72DA81623D7C}"/>
          </ac:spMkLst>
        </pc:spChg>
      </pc:sldChg>
      <pc:sldChg chg="delSp modSp mod">
        <pc:chgData name="Shaji, Jedidiah" userId="b18171e4-aa85-4b2c-a63d-b4162ae4c9ec" providerId="ADAL" clId="{F8FA373B-EDBD-411D-8911-C9BEDAF82E32}" dt="2024-04-30T17:58:15.648" v="518" actId="478"/>
        <pc:sldMkLst>
          <pc:docMk/>
          <pc:sldMk cId="242679285" sldId="316"/>
        </pc:sldMkLst>
        <pc:spChg chg="mod">
          <ac:chgData name="Shaji, Jedidiah" userId="b18171e4-aa85-4b2c-a63d-b4162ae4c9ec" providerId="ADAL" clId="{F8FA373B-EDBD-411D-8911-C9BEDAF82E32}" dt="2024-04-30T17:47:41.059" v="479"/>
          <ac:spMkLst>
            <pc:docMk/>
            <pc:sldMk cId="242679285" sldId="316"/>
            <ac:spMk id="13" creationId="{444BE950-5FEE-4C80-A05C-7C12657DFBA7}"/>
          </ac:spMkLst>
        </pc:spChg>
        <pc:spChg chg="del">
          <ac:chgData name="Shaji, Jedidiah" userId="b18171e4-aa85-4b2c-a63d-b4162ae4c9ec" providerId="ADAL" clId="{F8FA373B-EDBD-411D-8911-C9BEDAF82E32}" dt="2024-04-30T17:58:15.648" v="518" actId="478"/>
          <ac:spMkLst>
            <pc:docMk/>
            <pc:sldMk cId="242679285" sldId="316"/>
            <ac:spMk id="14" creationId="{9158A729-7C01-4F67-AE42-3F49712016BC}"/>
          </ac:spMkLst>
        </pc:spChg>
      </pc:sldChg>
      <pc:sldChg chg="del">
        <pc:chgData name="Shaji, Jedidiah" userId="b18171e4-aa85-4b2c-a63d-b4162ae4c9ec" providerId="ADAL" clId="{F8FA373B-EDBD-411D-8911-C9BEDAF82E32}" dt="2024-04-30T17:40:40.523" v="65" actId="47"/>
        <pc:sldMkLst>
          <pc:docMk/>
          <pc:sldMk cId="2897687745" sldId="317"/>
        </pc:sldMkLst>
      </pc:sldChg>
      <pc:sldChg chg="del">
        <pc:chgData name="Shaji, Jedidiah" userId="b18171e4-aa85-4b2c-a63d-b4162ae4c9ec" providerId="ADAL" clId="{F8FA373B-EDBD-411D-8911-C9BEDAF82E32}" dt="2024-04-30T17:40:39.407" v="64" actId="47"/>
        <pc:sldMkLst>
          <pc:docMk/>
          <pc:sldMk cId="911610840" sldId="318"/>
        </pc:sldMkLst>
      </pc:sldChg>
      <pc:sldChg chg="addSp delSp modSp mod modClrScheme chgLayout">
        <pc:chgData name="Shaji, Jedidiah" userId="b18171e4-aa85-4b2c-a63d-b4162ae4c9ec" providerId="ADAL" clId="{F8FA373B-EDBD-411D-8911-C9BEDAF82E32}" dt="2024-04-30T17:57:45.175" v="515" actId="478"/>
        <pc:sldMkLst>
          <pc:docMk/>
          <pc:sldMk cId="3272963045" sldId="320"/>
        </pc:sldMkLst>
        <pc:spChg chg="mod">
          <ac:chgData name="Shaji, Jedidiah" userId="b18171e4-aa85-4b2c-a63d-b4162ae4c9ec" providerId="ADAL" clId="{F8FA373B-EDBD-411D-8911-C9BEDAF82E32}" dt="2024-04-30T17:57:15.237" v="494" actId="26606"/>
          <ac:spMkLst>
            <pc:docMk/>
            <pc:sldMk cId="3272963045" sldId="320"/>
            <ac:spMk id="2" creationId="{0ABA3366-097D-49B2-BEEA-81A815AD36F1}"/>
          </ac:spMkLst>
        </pc:spChg>
        <pc:spChg chg="mod">
          <ac:chgData name="Shaji, Jedidiah" userId="b18171e4-aa85-4b2c-a63d-b4162ae4c9ec" providerId="ADAL" clId="{F8FA373B-EDBD-411D-8911-C9BEDAF82E32}" dt="2024-04-30T17:57:15.237" v="494" actId="26606"/>
          <ac:spMkLst>
            <pc:docMk/>
            <pc:sldMk cId="3272963045" sldId="320"/>
            <ac:spMk id="3" creationId="{4C60A8D4-7BF4-4460-BA9F-D14097787290}"/>
          </ac:spMkLst>
        </pc:spChg>
        <pc:spChg chg="add del mod">
          <ac:chgData name="Shaji, Jedidiah" userId="b18171e4-aa85-4b2c-a63d-b4162ae4c9ec" providerId="ADAL" clId="{F8FA373B-EDBD-411D-8911-C9BEDAF82E32}" dt="2024-04-30T17:54:44.589" v="486" actId="931"/>
          <ac:spMkLst>
            <pc:docMk/>
            <pc:sldMk cId="3272963045" sldId="320"/>
            <ac:spMk id="5" creationId="{7E421274-C9CC-8497-82DA-CC435060CCBF}"/>
          </ac:spMkLst>
        </pc:spChg>
        <pc:spChg chg="add del mod">
          <ac:chgData name="Shaji, Jedidiah" userId="b18171e4-aa85-4b2c-a63d-b4162ae4c9ec" providerId="ADAL" clId="{F8FA373B-EDBD-411D-8911-C9BEDAF82E32}" dt="2024-04-30T17:56:30.469" v="490" actId="931"/>
          <ac:spMkLst>
            <pc:docMk/>
            <pc:sldMk cId="3272963045" sldId="320"/>
            <ac:spMk id="10" creationId="{2B02D447-4DEC-8DDD-CBB9-AD8075D23FC2}"/>
          </ac:spMkLst>
        </pc:spChg>
        <pc:spChg chg="mod">
          <ac:chgData name="Shaji, Jedidiah" userId="b18171e4-aa85-4b2c-a63d-b4162ae4c9ec" providerId="ADAL" clId="{F8FA373B-EDBD-411D-8911-C9BEDAF82E32}" dt="2024-04-30T17:57:15.237" v="494" actId="26606"/>
          <ac:spMkLst>
            <pc:docMk/>
            <pc:sldMk cId="3272963045" sldId="320"/>
            <ac:spMk id="12" creationId="{6AA940CA-4F98-4E5C-B1C8-81F8FC099726}"/>
          </ac:spMkLst>
        </pc:spChg>
        <pc:spChg chg="del mod">
          <ac:chgData name="Shaji, Jedidiah" userId="b18171e4-aa85-4b2c-a63d-b4162ae4c9ec" providerId="ADAL" clId="{F8FA373B-EDBD-411D-8911-C9BEDAF82E32}" dt="2024-04-30T17:57:45.175" v="515" actId="478"/>
          <ac:spMkLst>
            <pc:docMk/>
            <pc:sldMk cId="3272963045" sldId="320"/>
            <ac:spMk id="13" creationId="{148C17DC-528C-4D3E-95D0-CCFE9F6353C5}"/>
          </ac:spMkLst>
        </pc:spChg>
        <pc:spChg chg="mod">
          <ac:chgData name="Shaji, Jedidiah" userId="b18171e4-aa85-4b2c-a63d-b4162ae4c9ec" providerId="ADAL" clId="{F8FA373B-EDBD-411D-8911-C9BEDAF82E32}" dt="2024-04-30T17:57:15.237" v="494" actId="26606"/>
          <ac:spMkLst>
            <pc:docMk/>
            <pc:sldMk cId="3272963045" sldId="320"/>
            <ac:spMk id="14" creationId="{2A2C7052-C5E5-47FE-B977-930D156AA76E}"/>
          </ac:spMkLst>
        </pc:spChg>
        <pc:picChg chg="add mod ord">
          <ac:chgData name="Shaji, Jedidiah" userId="b18171e4-aa85-4b2c-a63d-b4162ae4c9ec" providerId="ADAL" clId="{F8FA373B-EDBD-411D-8911-C9BEDAF82E32}" dt="2024-04-30T17:57:15.237" v="494" actId="26606"/>
          <ac:picMkLst>
            <pc:docMk/>
            <pc:sldMk cId="3272963045" sldId="320"/>
            <ac:picMk id="7" creationId="{051FAB06-CE5E-D1C4-4232-E053EAA7C87F}"/>
          </ac:picMkLst>
        </pc:picChg>
        <pc:picChg chg="del">
          <ac:chgData name="Shaji, Jedidiah" userId="b18171e4-aa85-4b2c-a63d-b4162ae4c9ec" providerId="ADAL" clId="{F8FA373B-EDBD-411D-8911-C9BEDAF82E32}" dt="2024-04-30T17:54:41.231" v="485" actId="478"/>
          <ac:picMkLst>
            <pc:docMk/>
            <pc:sldMk cId="3272963045" sldId="320"/>
            <ac:picMk id="9" creationId="{495FAF00-0119-49E3-A38B-52B84E6BE2A8}"/>
          </ac:picMkLst>
        </pc:picChg>
        <pc:picChg chg="del mod">
          <ac:chgData name="Shaji, Jedidiah" userId="b18171e4-aa85-4b2c-a63d-b4162ae4c9ec" providerId="ADAL" clId="{F8FA373B-EDBD-411D-8911-C9BEDAF82E32}" dt="2024-04-30T17:54:49.526" v="489" actId="478"/>
          <ac:picMkLst>
            <pc:docMk/>
            <pc:sldMk cId="3272963045" sldId="320"/>
            <ac:picMk id="11" creationId="{2B263BC5-E319-43D0-9C9E-1FE53415BA20}"/>
          </ac:picMkLst>
        </pc:picChg>
        <pc:picChg chg="add mod ord">
          <ac:chgData name="Shaji, Jedidiah" userId="b18171e4-aa85-4b2c-a63d-b4162ae4c9ec" providerId="ADAL" clId="{F8FA373B-EDBD-411D-8911-C9BEDAF82E32}" dt="2024-04-30T17:57:15.237" v="494" actId="26606"/>
          <ac:picMkLst>
            <pc:docMk/>
            <pc:sldMk cId="3272963045" sldId="320"/>
            <ac:picMk id="16" creationId="{BCF077BE-A929-B86B-6786-989FC78D799A}"/>
          </ac:picMkLst>
        </pc:picChg>
      </pc:sldChg>
      <pc:sldChg chg="modSp mod">
        <pc:chgData name="Shaji, Jedidiah" userId="b18171e4-aa85-4b2c-a63d-b4162ae4c9ec" providerId="ADAL" clId="{F8FA373B-EDBD-411D-8911-C9BEDAF82E32}" dt="2024-04-30T17:46:51.916" v="474" actId="313"/>
        <pc:sldMkLst>
          <pc:docMk/>
          <pc:sldMk cId="1315345950" sldId="321"/>
        </pc:sldMkLst>
        <pc:spChg chg="mod">
          <ac:chgData name="Shaji, Jedidiah" userId="b18171e4-aa85-4b2c-a63d-b4162ae4c9ec" providerId="ADAL" clId="{F8FA373B-EDBD-411D-8911-C9BEDAF82E32}" dt="2024-04-30T17:46:11.142" v="405" actId="20577"/>
          <ac:spMkLst>
            <pc:docMk/>
            <pc:sldMk cId="1315345950" sldId="321"/>
            <ac:spMk id="3" creationId="{360A4C54-B3B2-4B02-A340-C72E57FEE5FE}"/>
          </ac:spMkLst>
        </pc:spChg>
        <pc:spChg chg="mod">
          <ac:chgData name="Shaji, Jedidiah" userId="b18171e4-aa85-4b2c-a63d-b4162ae4c9ec" providerId="ADAL" clId="{F8FA373B-EDBD-411D-8911-C9BEDAF82E32}" dt="2024-04-30T17:46:51.916" v="474" actId="313"/>
          <ac:spMkLst>
            <pc:docMk/>
            <pc:sldMk cId="1315345950" sldId="321"/>
            <ac:spMk id="7" creationId="{0E645985-45F9-4BAE-831E-BE78B8D400ED}"/>
          </ac:spMkLst>
        </pc:spChg>
        <pc:spChg chg="mod">
          <ac:chgData name="Shaji, Jedidiah" userId="b18171e4-aa85-4b2c-a63d-b4162ae4c9ec" providerId="ADAL" clId="{F8FA373B-EDBD-411D-8911-C9BEDAF82E32}" dt="2024-04-30T17:46:24.510" v="430" actId="20577"/>
          <ac:spMkLst>
            <pc:docMk/>
            <pc:sldMk cId="1315345950" sldId="321"/>
            <ac:spMk id="8" creationId="{506AA6E5-2EF7-4786-9E1A-4FAB76BF12D3}"/>
          </ac:spMkLst>
        </pc:spChg>
      </pc:sldChg>
      <pc:sldChg chg="del">
        <pc:chgData name="Shaji, Jedidiah" userId="b18171e4-aa85-4b2c-a63d-b4162ae4c9ec" providerId="ADAL" clId="{F8FA373B-EDBD-411D-8911-C9BEDAF82E32}" dt="2024-04-30T17:40:33.598" v="62" actId="47"/>
        <pc:sldMkLst>
          <pc:docMk/>
          <pc:sldMk cId="2984339699" sldId="323"/>
        </pc:sldMkLst>
      </pc:sldChg>
      <pc:sldChg chg="delSp modSp mod">
        <pc:chgData name="Shaji, Jedidiah" userId="b18171e4-aa85-4b2c-a63d-b4162ae4c9ec" providerId="ADAL" clId="{F8FA373B-EDBD-411D-8911-C9BEDAF82E32}" dt="2024-04-30T17:58:30.461" v="520" actId="478"/>
        <pc:sldMkLst>
          <pc:docMk/>
          <pc:sldMk cId="936898866" sldId="324"/>
        </pc:sldMkLst>
        <pc:spChg chg="mod">
          <ac:chgData name="Shaji, Jedidiah" userId="b18171e4-aa85-4b2c-a63d-b4162ae4c9ec" providerId="ADAL" clId="{F8FA373B-EDBD-411D-8911-C9BEDAF82E32}" dt="2024-04-30T17:47:55.675" v="481"/>
          <ac:spMkLst>
            <pc:docMk/>
            <pc:sldMk cId="936898866" sldId="324"/>
            <ac:spMk id="14" creationId="{55E7FBF6-691B-E49E-5926-3858886F8049}"/>
          </ac:spMkLst>
        </pc:spChg>
        <pc:spChg chg="del">
          <ac:chgData name="Shaji, Jedidiah" userId="b18171e4-aa85-4b2c-a63d-b4162ae4c9ec" providerId="ADAL" clId="{F8FA373B-EDBD-411D-8911-C9BEDAF82E32}" dt="2024-04-30T17:58:30.461" v="520" actId="478"/>
          <ac:spMkLst>
            <pc:docMk/>
            <pc:sldMk cId="936898866" sldId="324"/>
            <ac:spMk id="16" creationId="{33DA57E6-B359-61D9-F54F-BC9D93D0D98E}"/>
          </ac:spMkLst>
        </pc:spChg>
      </pc:sldChg>
      <pc:sldChg chg="delSp modSp mod">
        <pc:chgData name="Shaji, Jedidiah" userId="b18171e4-aa85-4b2c-a63d-b4162ae4c9ec" providerId="ADAL" clId="{F8FA373B-EDBD-411D-8911-C9BEDAF82E32}" dt="2024-04-30T17:58:42.841" v="522" actId="478"/>
        <pc:sldMkLst>
          <pc:docMk/>
          <pc:sldMk cId="2894640438" sldId="325"/>
        </pc:sldMkLst>
        <pc:spChg chg="mod">
          <ac:chgData name="Shaji, Jedidiah" userId="b18171e4-aa85-4b2c-a63d-b4162ae4c9ec" providerId="ADAL" clId="{F8FA373B-EDBD-411D-8911-C9BEDAF82E32}" dt="2024-04-30T17:48:09.679" v="483"/>
          <ac:spMkLst>
            <pc:docMk/>
            <pc:sldMk cId="2894640438" sldId="325"/>
            <ac:spMk id="10" creationId="{EB4CE206-F42E-4D3A-BF53-47DAC7871854}"/>
          </ac:spMkLst>
        </pc:spChg>
        <pc:spChg chg="del">
          <ac:chgData name="Shaji, Jedidiah" userId="b18171e4-aa85-4b2c-a63d-b4162ae4c9ec" providerId="ADAL" clId="{F8FA373B-EDBD-411D-8911-C9BEDAF82E32}" dt="2024-04-30T17:58:42.841" v="522" actId="478"/>
          <ac:spMkLst>
            <pc:docMk/>
            <pc:sldMk cId="2894640438" sldId="325"/>
            <ac:spMk id="11" creationId="{4DCB402D-A6C5-458C-9A07-A86DAE2F5F94}"/>
          </ac:spMkLst>
        </pc:spChg>
      </pc:sldChg>
      <pc:sldChg chg="delSp modSp mod">
        <pc:chgData name="Shaji, Jedidiah" userId="b18171e4-aa85-4b2c-a63d-b4162ae4c9ec" providerId="ADAL" clId="{F8FA373B-EDBD-411D-8911-C9BEDAF82E32}" dt="2024-04-30T17:58:35.467" v="521" actId="478"/>
        <pc:sldMkLst>
          <pc:docMk/>
          <pc:sldMk cId="2470324939" sldId="326"/>
        </pc:sldMkLst>
        <pc:spChg chg="mod">
          <ac:chgData name="Shaji, Jedidiah" userId="b18171e4-aa85-4b2c-a63d-b4162ae4c9ec" providerId="ADAL" clId="{F8FA373B-EDBD-411D-8911-C9BEDAF82E32}" dt="2024-04-30T17:48:02.551" v="482"/>
          <ac:spMkLst>
            <pc:docMk/>
            <pc:sldMk cId="2470324939" sldId="326"/>
            <ac:spMk id="10" creationId="{EB4CE206-F42E-4D3A-BF53-47DAC7871854}"/>
          </ac:spMkLst>
        </pc:spChg>
        <pc:spChg chg="del">
          <ac:chgData name="Shaji, Jedidiah" userId="b18171e4-aa85-4b2c-a63d-b4162ae4c9ec" providerId="ADAL" clId="{F8FA373B-EDBD-411D-8911-C9BEDAF82E32}" dt="2024-04-30T17:58:35.467" v="521" actId="478"/>
          <ac:spMkLst>
            <pc:docMk/>
            <pc:sldMk cId="2470324939" sldId="326"/>
            <ac:spMk id="11" creationId="{4DCB402D-A6C5-458C-9A07-A86DAE2F5F94}"/>
          </ac:spMkLst>
        </pc:spChg>
      </pc:sldChg>
      <pc:sldChg chg="addSp delSp modSp add mod">
        <pc:chgData name="Shaji, Jedidiah" userId="b18171e4-aa85-4b2c-a63d-b4162ae4c9ec" providerId="ADAL" clId="{F8FA373B-EDBD-411D-8911-C9BEDAF82E32}" dt="2024-04-30T17:57:57.399" v="517" actId="478"/>
        <pc:sldMkLst>
          <pc:docMk/>
          <pc:sldMk cId="1043557735" sldId="327"/>
        </pc:sldMkLst>
        <pc:spChg chg="mod">
          <ac:chgData name="Shaji, Jedidiah" userId="b18171e4-aa85-4b2c-a63d-b4162ae4c9ec" providerId="ADAL" clId="{F8FA373B-EDBD-411D-8911-C9BEDAF82E32}" dt="2024-04-30T17:30:51.919" v="17" actId="403"/>
          <ac:spMkLst>
            <pc:docMk/>
            <pc:sldMk cId="1043557735" sldId="327"/>
            <ac:spMk id="3" creationId="{5F736FE2-3052-4AA9-A15D-DC9479876A48}"/>
          </ac:spMkLst>
        </pc:spChg>
        <pc:spChg chg="add del mod">
          <ac:chgData name="Shaji, Jedidiah" userId="b18171e4-aa85-4b2c-a63d-b4162ae4c9ec" providerId="ADAL" clId="{F8FA373B-EDBD-411D-8911-C9BEDAF82E32}" dt="2024-04-30T17:28:29.584" v="2" actId="22"/>
          <ac:spMkLst>
            <pc:docMk/>
            <pc:sldMk cId="1043557735" sldId="327"/>
            <ac:spMk id="4" creationId="{FA8E8BB6-02BC-B8E0-BB0A-708BC3CD4205}"/>
          </ac:spMkLst>
        </pc:spChg>
        <pc:spChg chg="add">
          <ac:chgData name="Shaji, Jedidiah" userId="b18171e4-aa85-4b2c-a63d-b4162ae4c9ec" providerId="ADAL" clId="{F8FA373B-EDBD-411D-8911-C9BEDAF82E32}" dt="2024-04-30T17:30:27.236" v="5"/>
          <ac:spMkLst>
            <pc:docMk/>
            <pc:sldMk cId="1043557735" sldId="327"/>
            <ac:spMk id="7" creationId="{0458C164-D2CF-0BBE-BB06-B3F987BAB44E}"/>
          </ac:spMkLst>
        </pc:spChg>
        <pc:spChg chg="add">
          <ac:chgData name="Shaji, Jedidiah" userId="b18171e4-aa85-4b2c-a63d-b4162ae4c9ec" providerId="ADAL" clId="{F8FA373B-EDBD-411D-8911-C9BEDAF82E32}" dt="2024-04-30T17:30:36.434" v="7"/>
          <ac:spMkLst>
            <pc:docMk/>
            <pc:sldMk cId="1043557735" sldId="327"/>
            <ac:spMk id="8" creationId="{EE8ADEB3-FD94-7AA0-D2C9-3E1433CEAAD1}"/>
          </ac:spMkLst>
        </pc:spChg>
        <pc:spChg chg="add">
          <ac:chgData name="Shaji, Jedidiah" userId="b18171e4-aa85-4b2c-a63d-b4162ae4c9ec" providerId="ADAL" clId="{F8FA373B-EDBD-411D-8911-C9BEDAF82E32}" dt="2024-04-30T17:30:53.725" v="18"/>
          <ac:spMkLst>
            <pc:docMk/>
            <pc:sldMk cId="1043557735" sldId="327"/>
            <ac:spMk id="9" creationId="{6C4A8ADF-C6C4-FBA9-5655-A46AA968C52A}"/>
          </ac:spMkLst>
        </pc:spChg>
        <pc:spChg chg="add mod">
          <ac:chgData name="Shaji, Jedidiah" userId="b18171e4-aa85-4b2c-a63d-b4162ae4c9ec" providerId="ADAL" clId="{F8FA373B-EDBD-411D-8911-C9BEDAF82E32}" dt="2024-04-30T17:33:22.173" v="35" actId="403"/>
          <ac:spMkLst>
            <pc:docMk/>
            <pc:sldMk cId="1043557735" sldId="327"/>
            <ac:spMk id="10" creationId="{633AAADD-3942-7F7E-C7F2-AE45D30065E1}"/>
          </ac:spMkLst>
        </pc:spChg>
        <pc:spChg chg="add">
          <ac:chgData name="Shaji, Jedidiah" userId="b18171e4-aa85-4b2c-a63d-b4162ae4c9ec" providerId="ADAL" clId="{F8FA373B-EDBD-411D-8911-C9BEDAF82E32}" dt="2024-04-30T17:31:18.856" v="21"/>
          <ac:spMkLst>
            <pc:docMk/>
            <pc:sldMk cId="1043557735" sldId="327"/>
            <ac:spMk id="11" creationId="{DCE92673-CCB6-432E-D2CB-4020DBDE7FA3}"/>
          </ac:spMkLst>
        </pc:spChg>
        <pc:spChg chg="mod">
          <ac:chgData name="Shaji, Jedidiah" userId="b18171e4-aa85-4b2c-a63d-b4162ae4c9ec" providerId="ADAL" clId="{F8FA373B-EDBD-411D-8911-C9BEDAF82E32}" dt="2024-04-30T17:47:33.838" v="478"/>
          <ac:spMkLst>
            <pc:docMk/>
            <pc:sldMk cId="1043557735" sldId="327"/>
            <ac:spMk id="13" creationId="{444BE950-5FEE-4C80-A05C-7C12657DFBA7}"/>
          </ac:spMkLst>
        </pc:spChg>
        <pc:spChg chg="del">
          <ac:chgData name="Shaji, Jedidiah" userId="b18171e4-aa85-4b2c-a63d-b4162ae4c9ec" providerId="ADAL" clId="{F8FA373B-EDBD-411D-8911-C9BEDAF82E32}" dt="2024-04-30T17:57:57.399" v="517" actId="478"/>
          <ac:spMkLst>
            <pc:docMk/>
            <pc:sldMk cId="1043557735" sldId="327"/>
            <ac:spMk id="14" creationId="{9158A729-7C01-4F67-AE42-3F49712016BC}"/>
          </ac:spMkLst>
        </pc:spChg>
        <pc:spChg chg="add del">
          <ac:chgData name="Shaji, Jedidiah" userId="b18171e4-aa85-4b2c-a63d-b4162ae4c9ec" providerId="ADAL" clId="{F8FA373B-EDBD-411D-8911-C9BEDAF82E32}" dt="2024-04-30T17:31:04.558" v="19" actId="478"/>
          <ac:spMkLst>
            <pc:docMk/>
            <pc:sldMk cId="1043557735" sldId="327"/>
            <ac:spMk id="20" creationId="{D209E72A-3653-6257-3C63-956911AA388E}"/>
          </ac:spMkLst>
        </pc:spChg>
        <pc:picChg chg="add mod ord">
          <ac:chgData name="Shaji, Jedidiah" userId="b18171e4-aa85-4b2c-a63d-b4162ae4c9ec" providerId="ADAL" clId="{F8FA373B-EDBD-411D-8911-C9BEDAF82E32}" dt="2024-04-30T17:31:47.505" v="25" actId="1076"/>
          <ac:picMkLst>
            <pc:docMk/>
            <pc:sldMk cId="1043557735" sldId="327"/>
            <ac:picMk id="6" creationId="{6E312F9D-4C6F-5369-FE73-5FD4498F2FED}"/>
          </ac:picMkLst>
        </pc:picChg>
        <pc:picChg chg="del">
          <ac:chgData name="Shaji, Jedidiah" userId="b18171e4-aa85-4b2c-a63d-b4162ae4c9ec" providerId="ADAL" clId="{F8FA373B-EDBD-411D-8911-C9BEDAF82E32}" dt="2024-04-30T17:28:26.693" v="1" actId="478"/>
          <ac:picMkLst>
            <pc:docMk/>
            <pc:sldMk cId="1043557735" sldId="327"/>
            <ac:picMk id="25" creationId="{D7713A2C-9D05-6359-400D-0DF3E5F7C80D}"/>
          </ac:picMkLst>
        </pc:picChg>
      </pc:sldChg>
      <pc:sldChg chg="addSp delSp modSp add mod">
        <pc:chgData name="Shaji, Jedidiah" userId="b18171e4-aa85-4b2c-a63d-b4162ae4c9ec" providerId="ADAL" clId="{F8FA373B-EDBD-411D-8911-C9BEDAF82E32}" dt="2024-04-30T17:57:52.377" v="516" actId="478"/>
        <pc:sldMkLst>
          <pc:docMk/>
          <pc:sldMk cId="1329130805" sldId="328"/>
        </pc:sldMkLst>
        <pc:spChg chg="add del mod">
          <ac:chgData name="Shaji, Jedidiah" userId="b18171e4-aa85-4b2c-a63d-b4162ae4c9ec" providerId="ADAL" clId="{F8FA373B-EDBD-411D-8911-C9BEDAF82E32}" dt="2024-04-30T17:34:42.802" v="38" actId="22"/>
          <ac:spMkLst>
            <pc:docMk/>
            <pc:sldMk cId="1329130805" sldId="328"/>
            <ac:spMk id="4" creationId="{55CC881A-7521-BA9A-BE1F-EF560CB718D9}"/>
          </ac:spMkLst>
        </pc:spChg>
        <pc:spChg chg="mod">
          <ac:chgData name="Shaji, Jedidiah" userId="b18171e4-aa85-4b2c-a63d-b4162ae4c9ec" providerId="ADAL" clId="{F8FA373B-EDBD-411D-8911-C9BEDAF82E32}" dt="2024-04-30T17:37:20.207" v="51" actId="207"/>
          <ac:spMkLst>
            <pc:docMk/>
            <pc:sldMk cId="1329130805" sldId="328"/>
            <ac:spMk id="10" creationId="{633AAADD-3942-7F7E-C7F2-AE45D30065E1}"/>
          </ac:spMkLst>
        </pc:spChg>
        <pc:spChg chg="mod">
          <ac:chgData name="Shaji, Jedidiah" userId="b18171e4-aa85-4b2c-a63d-b4162ae4c9ec" providerId="ADAL" clId="{F8FA373B-EDBD-411D-8911-C9BEDAF82E32}" dt="2024-04-30T17:47:23.513" v="477"/>
          <ac:spMkLst>
            <pc:docMk/>
            <pc:sldMk cId="1329130805" sldId="328"/>
            <ac:spMk id="13" creationId="{444BE950-5FEE-4C80-A05C-7C12657DFBA7}"/>
          </ac:spMkLst>
        </pc:spChg>
        <pc:spChg chg="del">
          <ac:chgData name="Shaji, Jedidiah" userId="b18171e4-aa85-4b2c-a63d-b4162ae4c9ec" providerId="ADAL" clId="{F8FA373B-EDBD-411D-8911-C9BEDAF82E32}" dt="2024-04-30T17:57:52.377" v="516" actId="478"/>
          <ac:spMkLst>
            <pc:docMk/>
            <pc:sldMk cId="1329130805" sldId="328"/>
            <ac:spMk id="14" creationId="{9158A729-7C01-4F67-AE42-3F49712016BC}"/>
          </ac:spMkLst>
        </pc:spChg>
        <pc:picChg chg="del">
          <ac:chgData name="Shaji, Jedidiah" userId="b18171e4-aa85-4b2c-a63d-b4162ae4c9ec" providerId="ADAL" clId="{F8FA373B-EDBD-411D-8911-C9BEDAF82E32}" dt="2024-04-30T17:34:40.821" v="37" actId="478"/>
          <ac:picMkLst>
            <pc:docMk/>
            <pc:sldMk cId="1329130805" sldId="328"/>
            <ac:picMk id="6" creationId="{6E312F9D-4C6F-5369-FE73-5FD4498F2FED}"/>
          </ac:picMkLst>
        </pc:picChg>
        <pc:picChg chg="add mod ord">
          <ac:chgData name="Shaji, Jedidiah" userId="b18171e4-aa85-4b2c-a63d-b4162ae4c9ec" providerId="ADAL" clId="{F8FA373B-EDBD-411D-8911-C9BEDAF82E32}" dt="2024-04-30T17:34:58.277" v="41" actId="1076"/>
          <ac:picMkLst>
            <pc:docMk/>
            <pc:sldMk cId="1329130805" sldId="328"/>
            <ac:picMk id="7" creationId="{4FC07F5E-62B1-79C4-C831-83EC8E60D1D1}"/>
          </ac:picMkLst>
        </pc:picChg>
      </pc:sldChg>
      <pc:sldChg chg="addSp delSp modSp add mod">
        <pc:chgData name="Shaji, Jedidiah" userId="b18171e4-aa85-4b2c-a63d-b4162ae4c9ec" providerId="ADAL" clId="{F8FA373B-EDBD-411D-8911-C9BEDAF82E32}" dt="2024-04-30T17:57:40.688" v="514" actId="478"/>
        <pc:sldMkLst>
          <pc:docMk/>
          <pc:sldMk cId="1874806855" sldId="329"/>
        </pc:sldMkLst>
        <pc:spChg chg="add del mod">
          <ac:chgData name="Shaji, Jedidiah" userId="b18171e4-aa85-4b2c-a63d-b4162ae4c9ec" providerId="ADAL" clId="{F8FA373B-EDBD-411D-8911-C9BEDAF82E32}" dt="2024-04-30T17:36:11.694" v="44" actId="22"/>
          <ac:spMkLst>
            <pc:docMk/>
            <pc:sldMk cId="1874806855" sldId="329"/>
            <ac:spMk id="4" creationId="{29C7457A-F0E1-C213-873E-D280E9A7576E}"/>
          </ac:spMkLst>
        </pc:spChg>
        <pc:spChg chg="mod">
          <ac:chgData name="Shaji, Jedidiah" userId="b18171e4-aa85-4b2c-a63d-b4162ae4c9ec" providerId="ADAL" clId="{F8FA373B-EDBD-411D-8911-C9BEDAF82E32}" dt="2024-04-30T17:40:10.264" v="61" actId="20577"/>
          <ac:spMkLst>
            <pc:docMk/>
            <pc:sldMk cId="1874806855" sldId="329"/>
            <ac:spMk id="10" creationId="{633AAADD-3942-7F7E-C7F2-AE45D30065E1}"/>
          </ac:spMkLst>
        </pc:spChg>
        <pc:spChg chg="mod">
          <ac:chgData name="Shaji, Jedidiah" userId="b18171e4-aa85-4b2c-a63d-b4162ae4c9ec" providerId="ADAL" clId="{F8FA373B-EDBD-411D-8911-C9BEDAF82E32}" dt="2024-04-30T17:47:11.442" v="476"/>
          <ac:spMkLst>
            <pc:docMk/>
            <pc:sldMk cId="1874806855" sldId="329"/>
            <ac:spMk id="13" creationId="{444BE950-5FEE-4C80-A05C-7C12657DFBA7}"/>
          </ac:spMkLst>
        </pc:spChg>
        <pc:spChg chg="del mod">
          <ac:chgData name="Shaji, Jedidiah" userId="b18171e4-aa85-4b2c-a63d-b4162ae4c9ec" providerId="ADAL" clId="{F8FA373B-EDBD-411D-8911-C9BEDAF82E32}" dt="2024-04-30T17:57:40.688" v="514" actId="478"/>
          <ac:spMkLst>
            <pc:docMk/>
            <pc:sldMk cId="1874806855" sldId="329"/>
            <ac:spMk id="14" creationId="{9158A729-7C01-4F67-AE42-3F49712016BC}"/>
          </ac:spMkLst>
        </pc:spChg>
        <pc:picChg chg="add mod ord">
          <ac:chgData name="Shaji, Jedidiah" userId="b18171e4-aa85-4b2c-a63d-b4162ae4c9ec" providerId="ADAL" clId="{F8FA373B-EDBD-411D-8911-C9BEDAF82E32}" dt="2024-04-30T17:36:14.565" v="45" actId="1076"/>
          <ac:picMkLst>
            <pc:docMk/>
            <pc:sldMk cId="1874806855" sldId="329"/>
            <ac:picMk id="6" creationId="{1E65819F-A1CD-1DA1-4C6B-4C9FD2A1F5ED}"/>
          </ac:picMkLst>
        </pc:picChg>
        <pc:picChg chg="del">
          <ac:chgData name="Shaji, Jedidiah" userId="b18171e4-aa85-4b2c-a63d-b4162ae4c9ec" providerId="ADAL" clId="{F8FA373B-EDBD-411D-8911-C9BEDAF82E32}" dt="2024-04-30T17:36:10.063" v="43" actId="478"/>
          <ac:picMkLst>
            <pc:docMk/>
            <pc:sldMk cId="1874806855" sldId="329"/>
            <ac:picMk id="7" creationId="{4FC07F5E-62B1-79C4-C831-83EC8E60D1D1}"/>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B54ECD4-C204-48D1-AD5F-745C8B6B9F9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3C4E3AB7-0ECF-421F-921A-6288C872CB4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EFA1535-9615-47DE-AA1C-D211EFC32F84}" type="datetime1">
              <a:rPr lang="en-GB" smtClean="0"/>
              <a:t>30/04/2024</a:t>
            </a:fld>
            <a:endParaRPr lang="en-GB"/>
          </a:p>
        </p:txBody>
      </p:sp>
      <p:sp>
        <p:nvSpPr>
          <p:cNvPr id="4" name="Footer Placeholder 3">
            <a:extLst>
              <a:ext uri="{FF2B5EF4-FFF2-40B4-BE49-F238E27FC236}">
                <a16:creationId xmlns:a16="http://schemas.microsoft.com/office/drawing/2014/main" id="{7FC020C0-36AB-4A77-A03F-AC25B916061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DF9D6C3D-5A1C-4403-A396-74F0A030415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614E1D4-42DD-4E4E-821B-0346F789BBBC}" type="slidenum">
              <a:rPr lang="en-GB" smtClean="0"/>
              <a:t>‹#›</a:t>
            </a:fld>
            <a:endParaRPr lang="en-GB"/>
          </a:p>
        </p:txBody>
      </p:sp>
    </p:spTree>
    <p:extLst>
      <p:ext uri="{BB962C8B-B14F-4D97-AF65-F5344CB8AC3E}">
        <p14:creationId xmlns:p14="http://schemas.microsoft.com/office/powerpoint/2010/main" val="1755522716"/>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06762C6B-0980-48E9-870F-2BD7181A7BF9}" type="datetime1">
              <a:rPr lang="en-GB" smtClean="0"/>
              <a:t>30/04/2024</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n-GB"/>
              <a:t>Click to edit Master text styles</a:t>
            </a:r>
          </a:p>
          <a:p>
            <a:pPr lvl="1" rtl="0"/>
            <a:r>
              <a:rPr lang="en-GB"/>
              <a:t>Second level</a:t>
            </a:r>
          </a:p>
          <a:p>
            <a:pPr lvl="2" rtl="0"/>
            <a:r>
              <a:rPr lang="en-GB"/>
              <a:t>Third level</a:t>
            </a:r>
          </a:p>
          <a:p>
            <a:pPr lvl="3" rtl="0"/>
            <a:r>
              <a:rPr lang="en-GB"/>
              <a:t>Fourth level</a:t>
            </a:r>
          </a:p>
          <a:p>
            <a:pPr lvl="4" rtl="0"/>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0DC92804-03A6-47F6-A893-4DDB8903A808}" type="slidenum">
              <a:rPr lang="en-GB" smtClean="0"/>
              <a:t>‹#›</a:t>
            </a:fld>
            <a:endParaRPr lang="en-GB" dirty="0"/>
          </a:p>
        </p:txBody>
      </p:sp>
    </p:spTree>
    <p:extLst>
      <p:ext uri="{BB962C8B-B14F-4D97-AF65-F5344CB8AC3E}">
        <p14:creationId xmlns:p14="http://schemas.microsoft.com/office/powerpoint/2010/main" val="2944717359"/>
      </p:ext>
    </p:extLst>
  </p:cSld>
  <p:clrMap bg1="lt1" tx1="dk1" bg2="lt2" tx2="dk2" accent1="accent1" accent2="accent2" accent3="accent3" accent4="accent4" accent5="accent5" accent6="accent6" hlink="hlink" folHlink="folHlink"/>
  <p:hf hdr="0" ft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rtl="0"/>
            <a:endParaRPr lang="en-GB" dirty="0"/>
          </a:p>
        </p:txBody>
      </p:sp>
      <p:sp>
        <p:nvSpPr>
          <p:cNvPr id="4" name="Slide Number Placeholder 3"/>
          <p:cNvSpPr>
            <a:spLocks noGrp="1"/>
          </p:cNvSpPr>
          <p:nvPr>
            <p:ph type="sldNum" sz="quarter" idx="5"/>
          </p:nvPr>
        </p:nvSpPr>
        <p:spPr/>
        <p:txBody>
          <a:bodyPr rtlCol="0"/>
          <a:lstStyle/>
          <a:p>
            <a:pPr rtl="0"/>
            <a:fld id="{0DC92804-03A6-47F6-A893-4DDB8903A808}" type="slidenum">
              <a:rPr lang="en-GB" smtClean="0"/>
              <a:t>1</a:t>
            </a:fld>
            <a:endParaRPr lang="en-GB" dirty="0"/>
          </a:p>
        </p:txBody>
      </p:sp>
      <p:sp>
        <p:nvSpPr>
          <p:cNvPr id="5" name="Date Placeholder 4">
            <a:extLst>
              <a:ext uri="{FF2B5EF4-FFF2-40B4-BE49-F238E27FC236}">
                <a16:creationId xmlns:a16="http://schemas.microsoft.com/office/drawing/2014/main" id="{76CFE2A3-B611-4763-89C7-5FC690BC243E}"/>
              </a:ext>
            </a:extLst>
          </p:cNvPr>
          <p:cNvSpPr>
            <a:spLocks noGrp="1"/>
          </p:cNvSpPr>
          <p:nvPr>
            <p:ph type="dt" idx="1"/>
          </p:nvPr>
        </p:nvSpPr>
        <p:spPr/>
        <p:txBody>
          <a:bodyPr/>
          <a:lstStyle/>
          <a:p>
            <a:pPr rtl="0"/>
            <a:fld id="{AB950707-849C-431F-8ACD-96D709B54EF9}" type="datetime1">
              <a:rPr lang="en-GB" smtClean="0"/>
              <a:t>30/04/2024</a:t>
            </a:fld>
            <a:endParaRPr lang="en-GB" dirty="0"/>
          </a:p>
        </p:txBody>
      </p:sp>
    </p:spTree>
    <p:extLst>
      <p:ext uri="{BB962C8B-B14F-4D97-AF65-F5344CB8AC3E}">
        <p14:creationId xmlns:p14="http://schemas.microsoft.com/office/powerpoint/2010/main" val="7096005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BC3AFB24-9188-4C0A-A512-E59E6F17DCAF}"/>
              </a:ext>
              <a:ext uri="{C183D7F6-B498-43B3-948B-1728B52AA6E4}">
                <adec:decorative xmlns:adec="http://schemas.microsoft.com/office/drawing/2017/decorative" val="1"/>
              </a:ext>
            </a:extLst>
          </p:cNvPr>
          <p:cNvSpPr/>
          <p:nvPr userDrawn="1"/>
        </p:nvSpPr>
        <p:spPr>
          <a:xfrm rot="10800000">
            <a:off x="4565" y="4294290"/>
            <a:ext cx="12188952" cy="2586866"/>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6" name="Rectangle 5">
            <a:extLst>
              <a:ext uri="{FF2B5EF4-FFF2-40B4-BE49-F238E27FC236}">
                <a16:creationId xmlns:a16="http://schemas.microsoft.com/office/drawing/2014/main" id="{14D31D73-6FE4-4E4B-8D0B-E55FABBFA92B}"/>
              </a:ext>
              <a:ext uri="{C183D7F6-B498-43B3-948B-1728B52AA6E4}">
                <adec:decorative xmlns:adec="http://schemas.microsoft.com/office/drawing/2017/decorative" val="1"/>
              </a:ext>
            </a:extLst>
          </p:cNvPr>
          <p:cNvSpPr/>
          <p:nvPr userDrawn="1"/>
        </p:nvSpPr>
        <p:spPr>
          <a:xfrm rot="10800000">
            <a:off x="1524" y="4294290"/>
            <a:ext cx="12188952" cy="2586866"/>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7" name="Title 1">
            <a:extLst>
              <a:ext uri="{FF2B5EF4-FFF2-40B4-BE49-F238E27FC236}">
                <a16:creationId xmlns:a16="http://schemas.microsoft.com/office/drawing/2014/main" id="{39A9F4D9-AE67-4B73-8B27-FD437564D7A6}"/>
              </a:ext>
            </a:extLst>
          </p:cNvPr>
          <p:cNvSpPr>
            <a:spLocks noGrp="1"/>
          </p:cNvSpPr>
          <p:nvPr>
            <p:ph type="ctrTitle"/>
          </p:nvPr>
        </p:nvSpPr>
        <p:spPr>
          <a:xfrm>
            <a:off x="422899" y="4476329"/>
            <a:ext cx="6467547" cy="1558680"/>
          </a:xfrm>
        </p:spPr>
        <p:txBody>
          <a:bodyPr rtlCol="0" anchor="ctr" anchorCtr="0">
            <a:normAutofit/>
          </a:bodyPr>
          <a:lstStyle/>
          <a:p>
            <a:pPr algn="l" rtl="0">
              <a:lnSpc>
                <a:spcPts val="5800"/>
              </a:lnSpc>
            </a:pPr>
            <a:r>
              <a:rPr lang="en-GB" sz="4800"/>
              <a:t>Click to edit Master title style</a:t>
            </a:r>
            <a:endParaRPr lang="en-GB" sz="4800" dirty="0"/>
          </a:p>
        </p:txBody>
      </p:sp>
      <p:sp>
        <p:nvSpPr>
          <p:cNvPr id="8" name="Subtitle 24">
            <a:extLst>
              <a:ext uri="{FF2B5EF4-FFF2-40B4-BE49-F238E27FC236}">
                <a16:creationId xmlns:a16="http://schemas.microsoft.com/office/drawing/2014/main" id="{2A23FDD6-741A-4F02-B44B-70D85FCF5325}"/>
              </a:ext>
            </a:extLst>
          </p:cNvPr>
          <p:cNvSpPr>
            <a:spLocks noGrp="1"/>
          </p:cNvSpPr>
          <p:nvPr>
            <p:ph type="subTitle" idx="1"/>
          </p:nvPr>
        </p:nvSpPr>
        <p:spPr>
          <a:xfrm>
            <a:off x="7096924" y="4476328"/>
            <a:ext cx="4046957" cy="1558673"/>
          </a:xfrm>
        </p:spPr>
        <p:txBody>
          <a:bodyPr rtlCol="0" anchor="ctr">
            <a:normAutofit/>
          </a:bodyPr>
          <a:lstStyle>
            <a:lvl1pPr>
              <a:buNone/>
              <a:defRPr/>
            </a:lvl1pPr>
          </a:lstStyle>
          <a:p>
            <a:pPr algn="l" rtl="0">
              <a:lnSpc>
                <a:spcPts val="3200"/>
              </a:lnSpc>
            </a:pPr>
            <a:r>
              <a:rPr lang="en-GB" sz="2200"/>
              <a:t>Click to edit Master subtitle style</a:t>
            </a:r>
            <a:endParaRPr lang="en-GB" sz="2200" dirty="0"/>
          </a:p>
        </p:txBody>
      </p:sp>
      <p:sp>
        <p:nvSpPr>
          <p:cNvPr id="11" name="Picture Placeholder 10">
            <a:extLst>
              <a:ext uri="{FF2B5EF4-FFF2-40B4-BE49-F238E27FC236}">
                <a16:creationId xmlns:a16="http://schemas.microsoft.com/office/drawing/2014/main" id="{8942B78C-790E-4881-96BA-169A876C67F3}"/>
              </a:ext>
            </a:extLst>
          </p:cNvPr>
          <p:cNvSpPr>
            <a:spLocks noGrp="1"/>
          </p:cNvSpPr>
          <p:nvPr>
            <p:ph type="pic" sz="quarter" idx="13"/>
          </p:nvPr>
        </p:nvSpPr>
        <p:spPr>
          <a:xfrm>
            <a:off x="1524" y="0"/>
            <a:ext cx="12188952" cy="4271133"/>
          </a:xfrm>
          <a:solidFill>
            <a:schemeClr val="accent3"/>
          </a:solidFill>
        </p:spPr>
        <p:txBody>
          <a:bodyPr rtlCol="0"/>
          <a:lstStyle/>
          <a:p>
            <a:pPr rtl="0"/>
            <a:r>
              <a:rPr lang="en-GB"/>
              <a:t>Click icon to add picture</a:t>
            </a:r>
            <a:endParaRPr lang="en-GB" dirty="0"/>
          </a:p>
        </p:txBody>
      </p:sp>
      <p:sp>
        <p:nvSpPr>
          <p:cNvPr id="9" name="Rectangle 8">
            <a:extLst>
              <a:ext uri="{FF2B5EF4-FFF2-40B4-BE49-F238E27FC236}">
                <a16:creationId xmlns:a16="http://schemas.microsoft.com/office/drawing/2014/main" id="{92381543-EC92-42BD-A142-81963D4273D5}"/>
              </a:ext>
              <a:ext uri="{C183D7F6-B498-43B3-948B-1728B52AA6E4}">
                <adec:decorative xmlns:adec="http://schemas.microsoft.com/office/drawing/2017/decorative" val="1"/>
              </a:ext>
            </a:extLst>
          </p:cNvPr>
          <p:cNvSpPr/>
          <p:nvPr userDrawn="1"/>
        </p:nvSpPr>
        <p:spPr>
          <a:xfrm rot="10800000">
            <a:off x="11494040" y="4274977"/>
            <a:ext cx="699477" cy="1898809"/>
          </a:xfrm>
          <a:prstGeom prst="rect">
            <a:avLst/>
          </a:prstGeom>
          <a:solidFill>
            <a:schemeClr val="accent1">
              <a:alpha val="25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GB" sz="3000" b="0" i="0" u="none" strike="noStrike" cap="none" spc="0" normalizeH="0" baseline="0" dirty="0">
              <a:ln>
                <a:noFill/>
              </a:ln>
              <a:solidFill>
                <a:srgbClr val="000000"/>
              </a:solidFill>
              <a:effectLst/>
              <a:uFillTx/>
              <a:latin typeface="Helvetica Neue Medium"/>
              <a:ea typeface="Helvetica Neue Medium"/>
              <a:cs typeface="Helvetica Neue Medium"/>
              <a:sym typeface="Helvetica Neue Medium"/>
            </a:endParaRPr>
          </a:p>
        </p:txBody>
      </p:sp>
      <p:cxnSp>
        <p:nvCxnSpPr>
          <p:cNvPr id="15" name="Straight Connector 14">
            <a:extLst>
              <a:ext uri="{FF2B5EF4-FFF2-40B4-BE49-F238E27FC236}">
                <a16:creationId xmlns:a16="http://schemas.microsoft.com/office/drawing/2014/main" id="{8A28D3FB-54EA-410D-A062-8F118E5D0CD7}"/>
              </a:ext>
              <a:ext uri="{C183D7F6-B498-43B3-948B-1728B52AA6E4}">
                <adec:decorative xmlns:adec="http://schemas.microsoft.com/office/drawing/2017/decorative" val="1"/>
              </a:ext>
            </a:extLst>
          </p:cNvPr>
          <p:cNvCxnSpPr>
            <a:cxnSpLocks/>
          </p:cNvCxnSpPr>
          <p:nvPr userDrawn="1"/>
        </p:nvCxnSpPr>
        <p:spPr>
          <a:xfrm flipV="1">
            <a:off x="11496184"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6593477A-1279-4BCC-8257-14CC2361F898}"/>
              </a:ext>
              <a:ext uri="{C183D7F6-B498-43B3-948B-1728B52AA6E4}">
                <adec:decorative xmlns:adec="http://schemas.microsoft.com/office/drawing/2017/decorative" val="1"/>
              </a:ext>
            </a:extLst>
          </p:cNvPr>
          <p:cNvCxnSpPr>
            <a:cxnSpLocks/>
          </p:cNvCxnSpPr>
          <p:nvPr userDrawn="1"/>
        </p:nvCxnSpPr>
        <p:spPr>
          <a:xfrm>
            <a:off x="1524" y="6172200"/>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464663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Agenda">
    <p:spTree>
      <p:nvGrpSpPr>
        <p:cNvPr id="1" name=""/>
        <p:cNvGrpSpPr/>
        <p:nvPr/>
      </p:nvGrpSpPr>
      <p:grpSpPr>
        <a:xfrm>
          <a:off x="0" y="0"/>
          <a:ext cx="0" cy="0"/>
          <a:chOff x="0" y="0"/>
          <a:chExt cx="0" cy="0"/>
        </a:xfrm>
      </p:grpSpPr>
      <p:sp useBgFill="1">
        <p:nvSpPr>
          <p:cNvPr id="5" name="Background grey rectangle">
            <a:extLst>
              <a:ext uri="{FF2B5EF4-FFF2-40B4-BE49-F238E27FC236}">
                <a16:creationId xmlns:a16="http://schemas.microsoft.com/office/drawing/2014/main" id="{B586FD74-98AC-4CA5-9E62-97DAE4C19399}"/>
              </a:ext>
              <a:ext uri="{C183D7F6-B498-43B3-948B-1728B52AA6E4}">
                <adec:decorative xmlns:adec="http://schemas.microsoft.com/office/drawing/2017/decorative" val="1"/>
              </a:ext>
            </a:extLst>
          </p:cNvPr>
          <p:cNvSpPr/>
          <p:nvPr userDrawn="1"/>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rtl="0"/>
            <a:endParaRPr lang="en-GB" dirty="0"/>
          </a:p>
        </p:txBody>
      </p:sp>
      <p:sp>
        <p:nvSpPr>
          <p:cNvPr id="6" name="Rectangle 5">
            <a:extLst>
              <a:ext uri="{FF2B5EF4-FFF2-40B4-BE49-F238E27FC236}">
                <a16:creationId xmlns:a16="http://schemas.microsoft.com/office/drawing/2014/main" id="{BBC94E74-B403-4256-9D59-241B0C4E532D}"/>
              </a:ext>
              <a:ext uri="{C183D7F6-B498-43B3-948B-1728B52AA6E4}">
                <adec:decorative xmlns:adec="http://schemas.microsoft.com/office/drawing/2017/decorative" val="1"/>
              </a:ext>
            </a:extLst>
          </p:cNvPr>
          <p:cNvSpPr/>
          <p:nvPr userDrawn="1"/>
        </p:nvSpPr>
        <p:spPr>
          <a:xfrm>
            <a:off x="1446276" y="685800"/>
            <a:ext cx="107442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7" name="Title 1">
            <a:extLst>
              <a:ext uri="{FF2B5EF4-FFF2-40B4-BE49-F238E27FC236}">
                <a16:creationId xmlns:a16="http://schemas.microsoft.com/office/drawing/2014/main" id="{53836FB9-568E-408A-B183-65F9ABF6ED53}"/>
              </a:ext>
            </a:extLst>
          </p:cNvPr>
          <p:cNvSpPr>
            <a:spLocks noGrp="1"/>
          </p:cNvSpPr>
          <p:nvPr>
            <p:ph type="title"/>
          </p:nvPr>
        </p:nvSpPr>
        <p:spPr>
          <a:xfrm>
            <a:off x="422899" y="540168"/>
            <a:ext cx="10624949" cy="1787136"/>
          </a:xfrm>
        </p:spPr>
        <p:txBody>
          <a:bodyPr rtlCol="0" anchor="b">
            <a:normAutofit/>
          </a:bodyPr>
          <a:lstStyle/>
          <a:p>
            <a:pPr rtl="0"/>
            <a:r>
              <a:rPr lang="en-GB" sz="4800">
                <a:solidFill>
                  <a:schemeClr val="tx1"/>
                </a:solidFill>
              </a:rPr>
              <a:t>Click to edit Master title style</a:t>
            </a:r>
            <a:endParaRPr lang="en-GB" sz="4800" dirty="0">
              <a:solidFill>
                <a:schemeClr val="tx1"/>
              </a:solidFill>
            </a:endParaRPr>
          </a:p>
        </p:txBody>
      </p:sp>
      <p:sp>
        <p:nvSpPr>
          <p:cNvPr id="17" name="Picture Placeholder 16">
            <a:extLst>
              <a:ext uri="{FF2B5EF4-FFF2-40B4-BE49-F238E27FC236}">
                <a16:creationId xmlns:a16="http://schemas.microsoft.com/office/drawing/2014/main" id="{B5437444-7076-4AEE-AB96-9C6BB85DAD9F}"/>
              </a:ext>
            </a:extLst>
          </p:cNvPr>
          <p:cNvSpPr>
            <a:spLocks noGrp="1"/>
          </p:cNvSpPr>
          <p:nvPr>
            <p:ph type="pic" sz="quarter" idx="13"/>
          </p:nvPr>
        </p:nvSpPr>
        <p:spPr>
          <a:xfrm>
            <a:off x="0" y="2577775"/>
            <a:ext cx="2587752" cy="1764792"/>
          </a:xfrm>
          <a:solidFill>
            <a:schemeClr val="accent3"/>
          </a:solidFill>
        </p:spPr>
        <p:txBody>
          <a:bodyPr rtlCol="0"/>
          <a:lstStyle/>
          <a:p>
            <a:pPr rtl="0"/>
            <a:r>
              <a:rPr lang="en-GB"/>
              <a:t>Click icon to add picture</a:t>
            </a:r>
            <a:endParaRPr lang="en-GB" dirty="0"/>
          </a:p>
        </p:txBody>
      </p:sp>
      <p:sp>
        <p:nvSpPr>
          <p:cNvPr id="18" name="Picture Placeholder 16">
            <a:extLst>
              <a:ext uri="{FF2B5EF4-FFF2-40B4-BE49-F238E27FC236}">
                <a16:creationId xmlns:a16="http://schemas.microsoft.com/office/drawing/2014/main" id="{536502EE-A891-4CB0-9BA5-B0AC7B9AA808}"/>
              </a:ext>
            </a:extLst>
          </p:cNvPr>
          <p:cNvSpPr>
            <a:spLocks noGrp="1"/>
          </p:cNvSpPr>
          <p:nvPr>
            <p:ph type="pic" sz="quarter" idx="14"/>
          </p:nvPr>
        </p:nvSpPr>
        <p:spPr>
          <a:xfrm>
            <a:off x="0" y="4406215"/>
            <a:ext cx="2587752" cy="1764792"/>
          </a:xfrm>
          <a:solidFill>
            <a:schemeClr val="accent3"/>
          </a:solidFill>
        </p:spPr>
        <p:txBody>
          <a:bodyPr rtlCol="0"/>
          <a:lstStyle/>
          <a:p>
            <a:pPr rtl="0"/>
            <a:r>
              <a:rPr lang="en-GB"/>
              <a:t>Click icon to add picture</a:t>
            </a:r>
            <a:endParaRPr lang="en-GB" dirty="0"/>
          </a:p>
        </p:txBody>
      </p:sp>
      <p:sp>
        <p:nvSpPr>
          <p:cNvPr id="19" name="Picture Placeholder 16">
            <a:extLst>
              <a:ext uri="{FF2B5EF4-FFF2-40B4-BE49-F238E27FC236}">
                <a16:creationId xmlns:a16="http://schemas.microsoft.com/office/drawing/2014/main" id="{51D45778-D0A6-415B-AA4F-03D6E429EB93}"/>
              </a:ext>
            </a:extLst>
          </p:cNvPr>
          <p:cNvSpPr>
            <a:spLocks noGrp="1"/>
          </p:cNvSpPr>
          <p:nvPr>
            <p:ph type="pic" sz="quarter" idx="15"/>
          </p:nvPr>
        </p:nvSpPr>
        <p:spPr>
          <a:xfrm>
            <a:off x="2651760" y="2577775"/>
            <a:ext cx="1764792" cy="1764792"/>
          </a:xfrm>
          <a:solidFill>
            <a:schemeClr val="accent3"/>
          </a:solidFill>
        </p:spPr>
        <p:txBody>
          <a:bodyPr rtlCol="0"/>
          <a:lstStyle/>
          <a:p>
            <a:pPr rtl="0"/>
            <a:r>
              <a:rPr lang="en-GB"/>
              <a:t>Click icon to add picture</a:t>
            </a:r>
            <a:endParaRPr lang="en-GB" dirty="0"/>
          </a:p>
        </p:txBody>
      </p:sp>
      <p:sp>
        <p:nvSpPr>
          <p:cNvPr id="20" name="Picture Placeholder 16">
            <a:extLst>
              <a:ext uri="{FF2B5EF4-FFF2-40B4-BE49-F238E27FC236}">
                <a16:creationId xmlns:a16="http://schemas.microsoft.com/office/drawing/2014/main" id="{93E1D509-0CBA-46BD-9192-C0403309FDBA}"/>
              </a:ext>
            </a:extLst>
          </p:cNvPr>
          <p:cNvSpPr>
            <a:spLocks noGrp="1"/>
          </p:cNvSpPr>
          <p:nvPr>
            <p:ph type="pic" sz="quarter" idx="16"/>
          </p:nvPr>
        </p:nvSpPr>
        <p:spPr>
          <a:xfrm>
            <a:off x="2651760" y="4406575"/>
            <a:ext cx="1764792" cy="1764792"/>
          </a:xfrm>
          <a:solidFill>
            <a:schemeClr val="accent3"/>
          </a:solidFill>
        </p:spPr>
        <p:txBody>
          <a:bodyPr rtlCol="0"/>
          <a:lstStyle/>
          <a:p>
            <a:pPr rtl="0"/>
            <a:r>
              <a:rPr lang="en-GB"/>
              <a:t>Click icon to add picture</a:t>
            </a:r>
            <a:endParaRPr lang="en-GB" dirty="0"/>
          </a:p>
        </p:txBody>
      </p:sp>
      <p:sp>
        <p:nvSpPr>
          <p:cNvPr id="12" name="Content Placeholder 2">
            <a:extLst>
              <a:ext uri="{FF2B5EF4-FFF2-40B4-BE49-F238E27FC236}">
                <a16:creationId xmlns:a16="http://schemas.microsoft.com/office/drawing/2014/main" id="{6994EC89-4FAE-445C-A6E8-D55E4A34DE4E}"/>
              </a:ext>
            </a:extLst>
          </p:cNvPr>
          <p:cNvSpPr>
            <a:spLocks noGrp="1"/>
          </p:cNvSpPr>
          <p:nvPr>
            <p:ph idx="1"/>
          </p:nvPr>
        </p:nvSpPr>
        <p:spPr>
          <a:xfrm>
            <a:off x="4845122" y="2880452"/>
            <a:ext cx="6355998" cy="3095445"/>
          </a:xfrm>
        </p:spPr>
        <p:txBody>
          <a:bodyPr rtlCol="0" anchor="t" anchorCtr="0">
            <a:normAutofit/>
          </a:bodyPr>
          <a:lstStyle>
            <a:lvl1pPr>
              <a:buNone/>
              <a:defRPr/>
            </a:lvl1pPr>
          </a:lstStyle>
          <a:p>
            <a:pPr lvl="0" rtl="0">
              <a:lnSpc>
                <a:spcPts val="2800"/>
              </a:lnSpc>
            </a:pPr>
            <a:r>
              <a:rPr lang="en-GB" sz="1800">
                <a:solidFill>
                  <a:schemeClr val="tx1"/>
                </a:solidFill>
              </a:rPr>
              <a:t>Click to edit Master text styles</a:t>
            </a:r>
          </a:p>
        </p:txBody>
      </p:sp>
      <p:sp>
        <p:nvSpPr>
          <p:cNvPr id="2" name="Date Placeholder 1">
            <a:extLst>
              <a:ext uri="{FF2B5EF4-FFF2-40B4-BE49-F238E27FC236}">
                <a16:creationId xmlns:a16="http://schemas.microsoft.com/office/drawing/2014/main" id="{EE562BDD-CBFF-4046-A6B2-A9ECCB7EA144}"/>
              </a:ext>
            </a:extLst>
          </p:cNvPr>
          <p:cNvSpPr>
            <a:spLocks noGrp="1"/>
          </p:cNvSpPr>
          <p:nvPr>
            <p:ph type="dt" sz="half" idx="10"/>
          </p:nvPr>
        </p:nvSpPr>
        <p:spPr/>
        <p:txBody>
          <a:bodyPr rtlCol="0"/>
          <a:lstStyle/>
          <a:p>
            <a:pPr rtl="0"/>
            <a:r>
              <a:rPr lang="en-GB"/>
              <a:t>Monday, February 1, 20XX</a:t>
            </a:r>
          </a:p>
        </p:txBody>
      </p:sp>
      <p:sp>
        <p:nvSpPr>
          <p:cNvPr id="3" name="Footer Placeholder 2">
            <a:extLst>
              <a:ext uri="{FF2B5EF4-FFF2-40B4-BE49-F238E27FC236}">
                <a16:creationId xmlns:a16="http://schemas.microsoft.com/office/drawing/2014/main" id="{4690B5F6-6C28-4A86-AFD0-D7F93D461945}"/>
              </a:ext>
            </a:extLst>
          </p:cNvPr>
          <p:cNvSpPr>
            <a:spLocks noGrp="1"/>
          </p:cNvSpPr>
          <p:nvPr>
            <p:ph type="ftr" sz="quarter" idx="11"/>
          </p:nvPr>
        </p:nvSpPr>
        <p:spPr/>
        <p:txBody>
          <a:bodyPr rtlCol="0"/>
          <a:lstStyle/>
          <a:p>
            <a:pPr rtl="0"/>
            <a:r>
              <a:rPr lang="en-GB"/>
              <a:t>Sample Footer Text</a:t>
            </a:r>
          </a:p>
        </p:txBody>
      </p:sp>
      <p:sp>
        <p:nvSpPr>
          <p:cNvPr id="4" name="Slide Number Placeholder 3">
            <a:extLst>
              <a:ext uri="{FF2B5EF4-FFF2-40B4-BE49-F238E27FC236}">
                <a16:creationId xmlns:a16="http://schemas.microsoft.com/office/drawing/2014/main" id="{75910D5C-1634-451B-8D99-4D47EB3A11E7}"/>
              </a:ext>
            </a:extLst>
          </p:cNvPr>
          <p:cNvSpPr>
            <a:spLocks noGrp="1"/>
          </p:cNvSpPr>
          <p:nvPr>
            <p:ph type="sldNum" sz="quarter" idx="12"/>
          </p:nvPr>
        </p:nvSpPr>
        <p:spPr/>
        <p:txBody>
          <a:bodyPr rtlCol="0"/>
          <a:lstStyle/>
          <a:p>
            <a:pPr rtl="0"/>
            <a:fld id="{3A4F6043-7A67-491B-98BC-F933DED7226D}" type="slidenum">
              <a:rPr lang="en-GB" smtClean="0"/>
              <a:pPr/>
              <a:t>‹#›</a:t>
            </a:fld>
            <a:endParaRPr lang="en-GB" dirty="0"/>
          </a:p>
        </p:txBody>
      </p:sp>
      <p:sp>
        <p:nvSpPr>
          <p:cNvPr id="13" name="Rectangle 12">
            <a:extLst>
              <a:ext uri="{FF2B5EF4-FFF2-40B4-BE49-F238E27FC236}">
                <a16:creationId xmlns:a16="http://schemas.microsoft.com/office/drawing/2014/main" id="{4F9E0CFE-F27B-4D50-AA2F-7146CA90E1F0}"/>
              </a:ext>
              <a:ext uri="{C183D7F6-B498-43B3-948B-1728B52AA6E4}">
                <adec:decorative xmlns:adec="http://schemas.microsoft.com/office/drawing/2017/decorative" val="1"/>
              </a:ext>
            </a:extLst>
          </p:cNvPr>
          <p:cNvSpPr/>
          <p:nvPr userDrawn="1"/>
        </p:nvSpPr>
        <p:spPr>
          <a:xfrm>
            <a:off x="4515398" y="2577775"/>
            <a:ext cx="7676601" cy="3594425"/>
          </a:xfrm>
          <a:prstGeom prst="rect">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cxnSp>
        <p:nvCxnSpPr>
          <p:cNvPr id="14" name="Straight Connector 13">
            <a:extLst>
              <a:ext uri="{FF2B5EF4-FFF2-40B4-BE49-F238E27FC236}">
                <a16:creationId xmlns:a16="http://schemas.microsoft.com/office/drawing/2014/main" id="{09ECF93F-3E86-4C44-BAF1-ADE160CADF49}"/>
              </a:ext>
              <a:ext uri="{C183D7F6-B498-43B3-948B-1728B52AA6E4}">
                <adec:decorative xmlns:adec="http://schemas.microsoft.com/office/drawing/2017/decorative" val="1"/>
              </a:ext>
            </a:extLst>
          </p:cNvPr>
          <p:cNvCxnSpPr>
            <a:cxnSpLocks/>
          </p:cNvCxnSpPr>
          <p:nvPr userDrawn="1"/>
        </p:nvCxnSpPr>
        <p:spPr>
          <a:xfrm flipV="1">
            <a:off x="11496184"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8BE8DAB8-6232-45C1-9BC3-E99A86BD370E}"/>
              </a:ext>
              <a:ext uri="{C183D7F6-B498-43B3-948B-1728B52AA6E4}">
                <adec:decorative xmlns:adec="http://schemas.microsoft.com/office/drawing/2017/decorative" val="1"/>
              </a:ext>
            </a:extLst>
          </p:cNvPr>
          <p:cNvCxnSpPr>
            <a:cxnSpLocks/>
          </p:cNvCxnSpPr>
          <p:nvPr userDrawn="1"/>
        </p:nvCxnSpPr>
        <p:spPr>
          <a:xfrm>
            <a:off x="1524" y="6172200"/>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12143909"/>
      </p:ext>
    </p:extLst>
  </p:cSld>
  <p:clrMapOvr>
    <a:masterClrMapping/>
  </p:clrMapOvr>
  <p:extLst>
    <p:ext uri="{DCECCB84-F9BA-43D5-87BE-67443E8EF086}">
      <p15:sldGuideLst xmlns:p15="http://schemas.microsoft.com/office/powerpoint/2012/main">
        <p15:guide id="1" orient="horz" pos="1608"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Introduc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4408E76-0AE4-495F-87FB-5DD280A91DCB}"/>
              </a:ext>
              <a:ext uri="{C183D7F6-B498-43B3-948B-1728B52AA6E4}">
                <adec:decorative xmlns:adec="http://schemas.microsoft.com/office/drawing/2017/decorative" val="1"/>
              </a:ext>
            </a:extLst>
          </p:cNvPr>
          <p:cNvSpPr/>
          <p:nvPr userDrawn="1"/>
        </p:nvSpPr>
        <p:spPr>
          <a:xfrm rot="10800000">
            <a:off x="0" y="5610"/>
            <a:ext cx="708823" cy="713232"/>
          </a:xfrm>
          <a:prstGeom prst="rect">
            <a:avLst/>
          </a:prstGeom>
          <a:solidFill>
            <a:schemeClr val="accent1">
              <a:alpha val="25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GB" sz="3000" b="0" i="0" u="none" strike="noStrike" cap="none" spc="0" normalizeH="0" baseline="0" dirty="0">
              <a:ln>
                <a:noFill/>
              </a:ln>
              <a:solidFill>
                <a:srgbClr val="000000"/>
              </a:solidFill>
              <a:effectLst/>
              <a:uFillTx/>
              <a:latin typeface="Helvetica Neue Medium"/>
              <a:ea typeface="Helvetica Neue Medium"/>
              <a:cs typeface="Helvetica Neue Medium"/>
              <a:sym typeface="Helvetica Neue Medium"/>
            </a:endParaRPr>
          </a:p>
        </p:txBody>
      </p:sp>
      <p:sp>
        <p:nvSpPr>
          <p:cNvPr id="6" name="Title 1">
            <a:extLst>
              <a:ext uri="{FF2B5EF4-FFF2-40B4-BE49-F238E27FC236}">
                <a16:creationId xmlns:a16="http://schemas.microsoft.com/office/drawing/2014/main" id="{22EAD03C-7B1C-453F-9977-4E2DD813BF52}"/>
              </a:ext>
            </a:extLst>
          </p:cNvPr>
          <p:cNvSpPr>
            <a:spLocks noGrp="1"/>
          </p:cNvSpPr>
          <p:nvPr>
            <p:ph type="title"/>
          </p:nvPr>
        </p:nvSpPr>
        <p:spPr>
          <a:xfrm>
            <a:off x="6602551" y="540167"/>
            <a:ext cx="4616981" cy="2135867"/>
          </a:xfrm>
        </p:spPr>
        <p:txBody>
          <a:bodyPr rtlCol="0" anchor="b">
            <a:normAutofit/>
          </a:bodyPr>
          <a:lstStyle/>
          <a:p>
            <a:pPr rtl="0"/>
            <a:r>
              <a:rPr lang="en-GB" sz="4800">
                <a:solidFill>
                  <a:schemeClr val="tx1"/>
                </a:solidFill>
              </a:rPr>
              <a:t>Click to edit Master title style</a:t>
            </a:r>
            <a:endParaRPr lang="en-GB" sz="4800" dirty="0">
              <a:solidFill>
                <a:schemeClr val="tx1"/>
              </a:solidFill>
            </a:endParaRPr>
          </a:p>
        </p:txBody>
      </p:sp>
      <p:sp>
        <p:nvSpPr>
          <p:cNvPr id="11" name="Picture Placeholder 10">
            <a:extLst>
              <a:ext uri="{FF2B5EF4-FFF2-40B4-BE49-F238E27FC236}">
                <a16:creationId xmlns:a16="http://schemas.microsoft.com/office/drawing/2014/main" id="{D3471630-9EC8-4C68-B4D8-D98C242DBE0F}"/>
              </a:ext>
            </a:extLst>
          </p:cNvPr>
          <p:cNvSpPr>
            <a:spLocks noGrp="1"/>
          </p:cNvSpPr>
          <p:nvPr>
            <p:ph type="pic" sz="quarter" idx="13"/>
          </p:nvPr>
        </p:nvSpPr>
        <p:spPr>
          <a:xfrm>
            <a:off x="0" y="685800"/>
            <a:ext cx="3072384" cy="5486344"/>
          </a:xfrm>
          <a:solidFill>
            <a:schemeClr val="accent3"/>
          </a:solidFill>
        </p:spPr>
        <p:txBody>
          <a:bodyPr rtlCol="0"/>
          <a:lstStyle/>
          <a:p>
            <a:pPr rtl="0"/>
            <a:r>
              <a:rPr lang="en-GB"/>
              <a:t>Click icon to add picture</a:t>
            </a:r>
            <a:endParaRPr lang="en-GB" dirty="0"/>
          </a:p>
        </p:txBody>
      </p:sp>
      <p:sp>
        <p:nvSpPr>
          <p:cNvPr id="12" name="Picture Placeholder 10">
            <a:extLst>
              <a:ext uri="{FF2B5EF4-FFF2-40B4-BE49-F238E27FC236}">
                <a16:creationId xmlns:a16="http://schemas.microsoft.com/office/drawing/2014/main" id="{50C66604-16E4-4B52-80AA-A0D73512D135}"/>
              </a:ext>
            </a:extLst>
          </p:cNvPr>
          <p:cNvSpPr>
            <a:spLocks noGrp="1"/>
          </p:cNvSpPr>
          <p:nvPr>
            <p:ph type="pic" sz="quarter" idx="14"/>
          </p:nvPr>
        </p:nvSpPr>
        <p:spPr>
          <a:xfrm>
            <a:off x="3154680" y="685800"/>
            <a:ext cx="3072384" cy="5486344"/>
          </a:xfrm>
          <a:solidFill>
            <a:schemeClr val="accent3"/>
          </a:solidFill>
        </p:spPr>
        <p:txBody>
          <a:bodyPr rtlCol="0"/>
          <a:lstStyle/>
          <a:p>
            <a:pPr rtl="0"/>
            <a:r>
              <a:rPr lang="en-GB"/>
              <a:t>Click icon to add picture</a:t>
            </a:r>
            <a:endParaRPr lang="en-GB" dirty="0"/>
          </a:p>
        </p:txBody>
      </p:sp>
      <p:sp>
        <p:nvSpPr>
          <p:cNvPr id="9" name="Content Placeholder 2">
            <a:extLst>
              <a:ext uri="{FF2B5EF4-FFF2-40B4-BE49-F238E27FC236}">
                <a16:creationId xmlns:a16="http://schemas.microsoft.com/office/drawing/2014/main" id="{5B630934-DBD2-4535-961F-B198ABA2D05B}"/>
              </a:ext>
            </a:extLst>
          </p:cNvPr>
          <p:cNvSpPr>
            <a:spLocks noGrp="1"/>
          </p:cNvSpPr>
          <p:nvPr>
            <p:ph idx="1"/>
          </p:nvPr>
        </p:nvSpPr>
        <p:spPr>
          <a:xfrm>
            <a:off x="6602551" y="2880452"/>
            <a:ext cx="4616981" cy="3095445"/>
          </a:xfrm>
        </p:spPr>
        <p:txBody>
          <a:bodyPr rtlCol="0" anchor="t" anchorCtr="0">
            <a:normAutofit/>
          </a:bodyPr>
          <a:lstStyle>
            <a:lvl1pPr marL="0" indent="0">
              <a:buNone/>
              <a:defRPr baseline="0"/>
            </a:lvl1pPr>
          </a:lstStyle>
          <a:p>
            <a:pPr lvl="0" rtl="0">
              <a:lnSpc>
                <a:spcPts val="2800"/>
              </a:lnSpc>
            </a:pPr>
            <a:r>
              <a:rPr lang="en-GB" sz="1800">
                <a:solidFill>
                  <a:schemeClr val="tx1"/>
                </a:solidFill>
              </a:rPr>
              <a:t>Click to edit Master text styles</a:t>
            </a:r>
          </a:p>
        </p:txBody>
      </p:sp>
      <p:sp>
        <p:nvSpPr>
          <p:cNvPr id="2" name="Date Placeholder 1">
            <a:extLst>
              <a:ext uri="{FF2B5EF4-FFF2-40B4-BE49-F238E27FC236}">
                <a16:creationId xmlns:a16="http://schemas.microsoft.com/office/drawing/2014/main" id="{EE562BDD-CBFF-4046-A6B2-A9ECCB7EA144}"/>
              </a:ext>
            </a:extLst>
          </p:cNvPr>
          <p:cNvSpPr>
            <a:spLocks noGrp="1"/>
          </p:cNvSpPr>
          <p:nvPr>
            <p:ph type="dt" sz="half" idx="10"/>
          </p:nvPr>
        </p:nvSpPr>
        <p:spPr/>
        <p:txBody>
          <a:bodyPr rtlCol="0"/>
          <a:lstStyle/>
          <a:p>
            <a:pPr rtl="0"/>
            <a:r>
              <a:rPr lang="en-GB"/>
              <a:t>Monday, February 1, 20XX</a:t>
            </a:r>
          </a:p>
        </p:txBody>
      </p:sp>
      <p:sp>
        <p:nvSpPr>
          <p:cNvPr id="3" name="Footer Placeholder 2">
            <a:extLst>
              <a:ext uri="{FF2B5EF4-FFF2-40B4-BE49-F238E27FC236}">
                <a16:creationId xmlns:a16="http://schemas.microsoft.com/office/drawing/2014/main" id="{4690B5F6-6C28-4A86-AFD0-D7F93D461945}"/>
              </a:ext>
            </a:extLst>
          </p:cNvPr>
          <p:cNvSpPr>
            <a:spLocks noGrp="1"/>
          </p:cNvSpPr>
          <p:nvPr>
            <p:ph type="ftr" sz="quarter" idx="11"/>
          </p:nvPr>
        </p:nvSpPr>
        <p:spPr/>
        <p:txBody>
          <a:bodyPr rtlCol="0"/>
          <a:lstStyle/>
          <a:p>
            <a:pPr rtl="0"/>
            <a:r>
              <a:rPr lang="en-GB"/>
              <a:t>Sample Footer Text</a:t>
            </a:r>
          </a:p>
        </p:txBody>
      </p:sp>
      <p:sp>
        <p:nvSpPr>
          <p:cNvPr id="4" name="Slide Number Placeholder 3">
            <a:extLst>
              <a:ext uri="{FF2B5EF4-FFF2-40B4-BE49-F238E27FC236}">
                <a16:creationId xmlns:a16="http://schemas.microsoft.com/office/drawing/2014/main" id="{75910D5C-1634-451B-8D99-4D47EB3A11E7}"/>
              </a:ext>
            </a:extLst>
          </p:cNvPr>
          <p:cNvSpPr>
            <a:spLocks noGrp="1"/>
          </p:cNvSpPr>
          <p:nvPr>
            <p:ph type="sldNum" sz="quarter" idx="12"/>
          </p:nvPr>
        </p:nvSpPr>
        <p:spPr/>
        <p:txBody>
          <a:bodyPr rtlCol="0"/>
          <a:lstStyle/>
          <a:p>
            <a:pPr rtl="0"/>
            <a:fld id="{3A4F6043-7A67-491B-98BC-F933DED7226D}" type="slidenum">
              <a:rPr lang="en-GB" smtClean="0"/>
              <a:pPr/>
              <a:t>‹#›</a:t>
            </a:fld>
            <a:endParaRPr lang="en-GB" dirty="0"/>
          </a:p>
        </p:txBody>
      </p:sp>
      <p:cxnSp>
        <p:nvCxnSpPr>
          <p:cNvPr id="14" name="Straight Connector 13">
            <a:extLst>
              <a:ext uri="{FF2B5EF4-FFF2-40B4-BE49-F238E27FC236}">
                <a16:creationId xmlns:a16="http://schemas.microsoft.com/office/drawing/2014/main" id="{0020D2A6-7700-487F-AC7E-A5A2C30DC1BF}"/>
              </a:ext>
              <a:ext uri="{C183D7F6-B498-43B3-948B-1728B52AA6E4}">
                <adec:decorative xmlns:adec="http://schemas.microsoft.com/office/drawing/2017/decorative" val="1"/>
              </a:ext>
            </a:extLst>
          </p:cNvPr>
          <p:cNvCxnSpPr>
            <a:cxnSpLocks/>
          </p:cNvCxnSpPr>
          <p:nvPr userDrawn="1"/>
        </p:nvCxnSpPr>
        <p:spPr>
          <a:xfrm flipV="1">
            <a:off x="11496184"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5FC30D6A-6415-42E1-89E9-EF806C3FE339}"/>
              </a:ext>
              <a:ext uri="{C183D7F6-B498-43B3-948B-1728B52AA6E4}">
                <adec:decorative xmlns:adec="http://schemas.microsoft.com/office/drawing/2017/decorative" val="1"/>
              </a:ext>
            </a:extLst>
          </p:cNvPr>
          <p:cNvCxnSpPr>
            <a:cxnSpLocks/>
          </p:cNvCxnSpPr>
          <p:nvPr userDrawn="1"/>
        </p:nvCxnSpPr>
        <p:spPr>
          <a:xfrm>
            <a:off x="1524" y="6172200"/>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845061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Section break">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BC2EA47A-F66B-4005-A5A4-458E90C0968A}"/>
              </a:ext>
            </a:extLst>
          </p:cNvPr>
          <p:cNvSpPr>
            <a:spLocks noGrp="1"/>
          </p:cNvSpPr>
          <p:nvPr>
            <p:ph type="ctrTitle"/>
          </p:nvPr>
        </p:nvSpPr>
        <p:spPr>
          <a:xfrm>
            <a:off x="422898" y="576263"/>
            <a:ext cx="4977777" cy="2967606"/>
          </a:xfrm>
        </p:spPr>
        <p:txBody>
          <a:bodyPr rtlCol="0" anchor="b" anchorCtr="0">
            <a:normAutofit/>
          </a:bodyPr>
          <a:lstStyle/>
          <a:p>
            <a:pPr algn="l" rtl="0">
              <a:lnSpc>
                <a:spcPts val="5800"/>
              </a:lnSpc>
            </a:pPr>
            <a:r>
              <a:rPr lang="en-GB" sz="4800"/>
              <a:t>Click to edit Master title style</a:t>
            </a:r>
            <a:endParaRPr lang="en-GB" sz="4800" dirty="0"/>
          </a:p>
        </p:txBody>
      </p:sp>
      <p:sp>
        <p:nvSpPr>
          <p:cNvPr id="6" name="Subtitle 24">
            <a:extLst>
              <a:ext uri="{FF2B5EF4-FFF2-40B4-BE49-F238E27FC236}">
                <a16:creationId xmlns:a16="http://schemas.microsoft.com/office/drawing/2014/main" id="{FFA42F70-43EA-4954-AA43-22F43175CCEE}"/>
              </a:ext>
            </a:extLst>
          </p:cNvPr>
          <p:cNvSpPr>
            <a:spLocks noGrp="1"/>
          </p:cNvSpPr>
          <p:nvPr>
            <p:ph type="subTitle" idx="1"/>
          </p:nvPr>
        </p:nvSpPr>
        <p:spPr>
          <a:xfrm>
            <a:off x="422898" y="3764975"/>
            <a:ext cx="4977777" cy="2192683"/>
          </a:xfrm>
        </p:spPr>
        <p:txBody>
          <a:bodyPr rtlCol="0">
            <a:normAutofit/>
          </a:bodyPr>
          <a:lstStyle>
            <a:lvl1pPr>
              <a:buNone/>
              <a:defRPr/>
            </a:lvl1pPr>
          </a:lstStyle>
          <a:p>
            <a:pPr algn="l" rtl="0">
              <a:lnSpc>
                <a:spcPts val="3200"/>
              </a:lnSpc>
            </a:pPr>
            <a:r>
              <a:rPr lang="en-GB"/>
              <a:t>Click to edit Master subtitle style</a:t>
            </a:r>
            <a:endParaRPr lang="en-GB" dirty="0"/>
          </a:p>
        </p:txBody>
      </p:sp>
      <p:sp>
        <p:nvSpPr>
          <p:cNvPr id="7" name="Rectangle 6" descr="Tag=AccentColor&#10;Flavor=Light&#10;Target=Fill">
            <a:extLst>
              <a:ext uri="{FF2B5EF4-FFF2-40B4-BE49-F238E27FC236}">
                <a16:creationId xmlns:a16="http://schemas.microsoft.com/office/drawing/2014/main" id="{F5FCF09E-0DE5-4155-9DC0-786737CF2E1B}"/>
              </a:ext>
            </a:extLst>
          </p:cNvPr>
          <p:cNvSpPr/>
          <p:nvPr userDrawn="1"/>
        </p:nvSpPr>
        <p:spPr>
          <a:xfrm rot="10800000">
            <a:off x="11496184" y="-10"/>
            <a:ext cx="695816" cy="6858000"/>
          </a:xfrm>
          <a:prstGeom prst="rect">
            <a:avLst/>
          </a:prstGeom>
          <a:solidFill>
            <a:schemeClr val="accent1">
              <a:alpha val="25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GB" sz="3000" b="0" i="0" u="none" strike="noStrike" cap="none" spc="0" normalizeH="0" baseline="0" dirty="0">
              <a:ln>
                <a:noFill/>
              </a:ln>
              <a:solidFill>
                <a:srgbClr val="000000"/>
              </a:solidFill>
              <a:effectLst/>
              <a:uFillTx/>
              <a:latin typeface="Helvetica Neue Medium"/>
              <a:ea typeface="Helvetica Neue Medium"/>
              <a:cs typeface="Helvetica Neue Medium"/>
              <a:sym typeface="Helvetica Neue Medium"/>
            </a:endParaRPr>
          </a:p>
        </p:txBody>
      </p:sp>
      <p:sp>
        <p:nvSpPr>
          <p:cNvPr id="10" name="Picture Placeholder 9">
            <a:extLst>
              <a:ext uri="{FF2B5EF4-FFF2-40B4-BE49-F238E27FC236}">
                <a16:creationId xmlns:a16="http://schemas.microsoft.com/office/drawing/2014/main" id="{5AD3536A-3915-4B2E-B85A-9B494EEFBCF0}"/>
              </a:ext>
            </a:extLst>
          </p:cNvPr>
          <p:cNvSpPr>
            <a:spLocks noGrp="1"/>
          </p:cNvSpPr>
          <p:nvPr>
            <p:ph type="pic" sz="quarter" idx="13"/>
          </p:nvPr>
        </p:nvSpPr>
        <p:spPr>
          <a:xfrm>
            <a:off x="6483096" y="0"/>
            <a:ext cx="5020056" cy="6848856"/>
          </a:xfrm>
          <a:solidFill>
            <a:schemeClr val="accent3"/>
          </a:solidFill>
        </p:spPr>
        <p:txBody>
          <a:bodyPr rtlCol="0"/>
          <a:lstStyle/>
          <a:p>
            <a:pPr rtl="0"/>
            <a:r>
              <a:rPr lang="en-GB"/>
              <a:t>Click icon to add picture</a:t>
            </a:r>
            <a:endParaRPr lang="en-GB" dirty="0"/>
          </a:p>
        </p:txBody>
      </p:sp>
    </p:spTree>
    <p:extLst>
      <p:ext uri="{BB962C8B-B14F-4D97-AF65-F5344CB8AC3E}">
        <p14:creationId xmlns:p14="http://schemas.microsoft.com/office/powerpoint/2010/main" val="1404319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5_Chart Table Timelin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914413-82C1-4EBC-8C6B-BC5F842D13A2}"/>
              </a:ext>
            </a:extLst>
          </p:cNvPr>
          <p:cNvSpPr>
            <a:spLocks noGrp="1"/>
          </p:cNvSpPr>
          <p:nvPr>
            <p:ph type="title"/>
          </p:nvPr>
        </p:nvSpPr>
        <p:spPr>
          <a:xfrm>
            <a:off x="420624" y="365125"/>
            <a:ext cx="10543032" cy="1325563"/>
          </a:xfrm>
        </p:spPr>
        <p:txBody>
          <a:bodyPr rtlCol="0">
            <a:normAutofit/>
          </a:bodyPr>
          <a:lstStyle>
            <a:lvl1pPr>
              <a:lnSpc>
                <a:spcPct val="90000"/>
              </a:lnSpc>
              <a:defRPr sz="5200"/>
            </a:lvl1pPr>
          </a:lstStyle>
          <a:p>
            <a:pPr rtl="0"/>
            <a:r>
              <a:rPr lang="en-GB"/>
              <a:t>Click to edit Master title style</a:t>
            </a:r>
            <a:endParaRPr lang="en-GB" dirty="0"/>
          </a:p>
        </p:txBody>
      </p:sp>
      <p:sp>
        <p:nvSpPr>
          <p:cNvPr id="3" name="Content Placeholder 2">
            <a:extLst>
              <a:ext uri="{FF2B5EF4-FFF2-40B4-BE49-F238E27FC236}">
                <a16:creationId xmlns:a16="http://schemas.microsoft.com/office/drawing/2014/main" id="{328F029A-192E-4A44-ACC7-6C5212C77736}"/>
              </a:ext>
            </a:extLst>
          </p:cNvPr>
          <p:cNvSpPr>
            <a:spLocks noGrp="1"/>
          </p:cNvSpPr>
          <p:nvPr>
            <p:ph idx="1"/>
          </p:nvPr>
        </p:nvSpPr>
        <p:spPr>
          <a:xfrm>
            <a:off x="420625" y="1825625"/>
            <a:ext cx="10946892" cy="4206383"/>
          </a:xfrm>
        </p:spPr>
        <p:txBody>
          <a:bodyPr rtlCol="0"/>
          <a:lstStyle>
            <a:lvl1pPr>
              <a:buNone/>
              <a:defRPr sz="2400"/>
            </a:lvl1pPr>
            <a:lvl2pPr>
              <a:buNone/>
              <a:defRPr sz="2200"/>
            </a:lvl2pPr>
            <a:lvl3pPr>
              <a:buNone/>
              <a:defRPr/>
            </a:lvl3pPr>
            <a:lvl4pPr>
              <a:buNone/>
              <a:defRPr/>
            </a:lvl4pPr>
            <a:lvl5pPr>
              <a:buNone/>
              <a:defRPr/>
            </a:lvl5pPr>
          </a:lstStyle>
          <a:p>
            <a:pPr lvl="0" rtl="0"/>
            <a:r>
              <a:rPr lang="en-GB"/>
              <a:t>Click to edit Master text styles</a:t>
            </a:r>
          </a:p>
          <a:p>
            <a:pPr lvl="1" rtl="0"/>
            <a:r>
              <a:rPr lang="en-GB"/>
              <a:t>Second level</a:t>
            </a:r>
          </a:p>
          <a:p>
            <a:pPr lvl="2" rtl="0"/>
            <a:r>
              <a:rPr lang="en-GB"/>
              <a:t>Third level</a:t>
            </a:r>
          </a:p>
          <a:p>
            <a:pPr lvl="3" rtl="0"/>
            <a:r>
              <a:rPr lang="en-GB"/>
              <a:t>Fourth level</a:t>
            </a:r>
          </a:p>
          <a:p>
            <a:pPr lvl="4" rtl="0"/>
            <a:r>
              <a:rPr lang="en-GB"/>
              <a:t>Fifth level</a:t>
            </a:r>
            <a:endParaRPr lang="en-GB" dirty="0"/>
          </a:p>
        </p:txBody>
      </p:sp>
      <p:sp>
        <p:nvSpPr>
          <p:cNvPr id="4" name="Date Placeholder 3">
            <a:extLst>
              <a:ext uri="{FF2B5EF4-FFF2-40B4-BE49-F238E27FC236}">
                <a16:creationId xmlns:a16="http://schemas.microsoft.com/office/drawing/2014/main" id="{38D1A7D4-E57E-4789-896B-B2A051BF94F6}"/>
              </a:ext>
            </a:extLst>
          </p:cNvPr>
          <p:cNvSpPr>
            <a:spLocks noGrp="1"/>
          </p:cNvSpPr>
          <p:nvPr>
            <p:ph type="dt" sz="half" idx="10"/>
          </p:nvPr>
        </p:nvSpPr>
        <p:spPr>
          <a:xfrm>
            <a:off x="420624" y="6217920"/>
            <a:ext cx="2743200" cy="640080"/>
          </a:xfrm>
        </p:spPr>
        <p:txBody>
          <a:bodyPr rtlCol="0"/>
          <a:lstStyle>
            <a:lvl1pPr>
              <a:defRPr>
                <a:solidFill>
                  <a:schemeClr val="tx2"/>
                </a:solidFill>
              </a:defRPr>
            </a:lvl1pPr>
          </a:lstStyle>
          <a:p>
            <a:pPr rtl="0"/>
            <a:r>
              <a:rPr lang="en-GB"/>
              <a:t>Monday, February 1, 20XX</a:t>
            </a:r>
          </a:p>
        </p:txBody>
      </p:sp>
      <p:sp>
        <p:nvSpPr>
          <p:cNvPr id="5" name="Footer Placeholder 4">
            <a:extLst>
              <a:ext uri="{FF2B5EF4-FFF2-40B4-BE49-F238E27FC236}">
                <a16:creationId xmlns:a16="http://schemas.microsoft.com/office/drawing/2014/main" id="{A07B63EE-3B35-4F8A-BDA3-E778BFE14CA1}"/>
              </a:ext>
            </a:extLst>
          </p:cNvPr>
          <p:cNvSpPr>
            <a:spLocks noGrp="1"/>
          </p:cNvSpPr>
          <p:nvPr>
            <p:ph type="ftr" sz="quarter" idx="11"/>
          </p:nvPr>
        </p:nvSpPr>
        <p:spPr/>
        <p:txBody>
          <a:bodyPr rtlCol="0"/>
          <a:lstStyle>
            <a:lvl1pPr>
              <a:defRPr>
                <a:solidFill>
                  <a:schemeClr val="tx2"/>
                </a:solidFill>
              </a:defRPr>
            </a:lvl1pPr>
          </a:lstStyle>
          <a:p>
            <a:pPr rtl="0"/>
            <a:r>
              <a:rPr lang="en-GB"/>
              <a:t>Sample Footer Text</a:t>
            </a:r>
          </a:p>
        </p:txBody>
      </p:sp>
      <p:sp>
        <p:nvSpPr>
          <p:cNvPr id="6" name="Slide Number Placeholder 5">
            <a:extLst>
              <a:ext uri="{FF2B5EF4-FFF2-40B4-BE49-F238E27FC236}">
                <a16:creationId xmlns:a16="http://schemas.microsoft.com/office/drawing/2014/main" id="{C8339EF2-7937-4C30-A883-7F7BD02802BC}"/>
              </a:ext>
            </a:extLst>
          </p:cNvPr>
          <p:cNvSpPr>
            <a:spLocks noGrp="1"/>
          </p:cNvSpPr>
          <p:nvPr>
            <p:ph type="sldNum" sz="quarter" idx="12"/>
          </p:nvPr>
        </p:nvSpPr>
        <p:spPr/>
        <p:txBody>
          <a:bodyPr rtlCol="0"/>
          <a:lstStyle>
            <a:lvl1pPr algn="ctr">
              <a:defRPr>
                <a:solidFill>
                  <a:schemeClr val="tx2"/>
                </a:solidFill>
              </a:defRPr>
            </a:lvl1pPr>
          </a:lstStyle>
          <a:p>
            <a:pPr rtl="0"/>
            <a:fld id="{3A4F6043-7A67-491B-98BC-F933DED7226D}" type="slidenum">
              <a:rPr lang="en-GB" smtClean="0"/>
              <a:pPr/>
              <a:t>‹#›</a:t>
            </a:fld>
            <a:endParaRPr lang="en-GB" dirty="0"/>
          </a:p>
        </p:txBody>
      </p:sp>
    </p:spTree>
    <p:extLst>
      <p:ext uri="{BB962C8B-B14F-4D97-AF65-F5344CB8AC3E}">
        <p14:creationId xmlns:p14="http://schemas.microsoft.com/office/powerpoint/2010/main" val="15872817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7_Quot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AA992A1-D012-4834-9575-CF195C29542A}"/>
              </a:ext>
              <a:ext uri="{C183D7F6-B498-43B3-948B-1728B52AA6E4}">
                <adec:decorative xmlns:adec="http://schemas.microsoft.com/office/drawing/2017/decorative" val="1"/>
              </a:ext>
            </a:extLst>
          </p:cNvPr>
          <p:cNvSpPr/>
          <p:nvPr userDrawn="1"/>
        </p:nvSpPr>
        <p:spPr>
          <a:xfrm>
            <a:off x="1446276" y="685800"/>
            <a:ext cx="107442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8" name="Title 1">
            <a:extLst>
              <a:ext uri="{FF2B5EF4-FFF2-40B4-BE49-F238E27FC236}">
                <a16:creationId xmlns:a16="http://schemas.microsoft.com/office/drawing/2014/main" id="{F7BDB455-4C3A-4D7D-BA1B-53E54A2F81A1}"/>
              </a:ext>
            </a:extLst>
          </p:cNvPr>
          <p:cNvSpPr>
            <a:spLocks noGrp="1"/>
          </p:cNvSpPr>
          <p:nvPr>
            <p:ph type="ctrTitle"/>
          </p:nvPr>
        </p:nvSpPr>
        <p:spPr>
          <a:xfrm>
            <a:off x="422899" y="576263"/>
            <a:ext cx="5206802" cy="2967606"/>
          </a:xfrm>
        </p:spPr>
        <p:txBody>
          <a:bodyPr rtlCol="0" anchor="b" anchorCtr="0">
            <a:normAutofit/>
          </a:bodyPr>
          <a:lstStyle/>
          <a:p>
            <a:pPr algn="l" rtl="0">
              <a:lnSpc>
                <a:spcPts val="5800"/>
              </a:lnSpc>
            </a:pPr>
            <a:r>
              <a:rPr lang="en-GB" sz="4800"/>
              <a:t>Click to edit Master title style</a:t>
            </a:r>
            <a:endParaRPr lang="en-GB" sz="4800" dirty="0"/>
          </a:p>
        </p:txBody>
      </p:sp>
      <p:sp>
        <p:nvSpPr>
          <p:cNvPr id="9" name="Subtitle 24">
            <a:extLst>
              <a:ext uri="{FF2B5EF4-FFF2-40B4-BE49-F238E27FC236}">
                <a16:creationId xmlns:a16="http://schemas.microsoft.com/office/drawing/2014/main" id="{D04D9E17-0E95-4027-8EDD-241B2BB1AA92}"/>
              </a:ext>
            </a:extLst>
          </p:cNvPr>
          <p:cNvSpPr>
            <a:spLocks noGrp="1"/>
          </p:cNvSpPr>
          <p:nvPr>
            <p:ph type="subTitle" idx="1"/>
          </p:nvPr>
        </p:nvSpPr>
        <p:spPr>
          <a:xfrm>
            <a:off x="422899" y="3764975"/>
            <a:ext cx="5206802" cy="2192683"/>
          </a:xfrm>
        </p:spPr>
        <p:txBody>
          <a:bodyPr rtlCol="0">
            <a:normAutofit/>
          </a:bodyPr>
          <a:lstStyle>
            <a:lvl1pPr>
              <a:buNone/>
              <a:defRPr/>
            </a:lvl1pPr>
          </a:lstStyle>
          <a:p>
            <a:pPr algn="l" rtl="0">
              <a:lnSpc>
                <a:spcPts val="3200"/>
              </a:lnSpc>
            </a:pPr>
            <a:r>
              <a:rPr lang="en-GB"/>
              <a:t>Click to edit Master subtitle style</a:t>
            </a:r>
            <a:endParaRPr lang="en-GB" dirty="0"/>
          </a:p>
        </p:txBody>
      </p:sp>
      <p:sp>
        <p:nvSpPr>
          <p:cNvPr id="16" name="Picture Placeholder 15">
            <a:extLst>
              <a:ext uri="{FF2B5EF4-FFF2-40B4-BE49-F238E27FC236}">
                <a16:creationId xmlns:a16="http://schemas.microsoft.com/office/drawing/2014/main" id="{2A26827B-04FD-424C-A601-BCAAD51F46B2}"/>
              </a:ext>
            </a:extLst>
          </p:cNvPr>
          <p:cNvSpPr>
            <a:spLocks noGrp="1"/>
          </p:cNvSpPr>
          <p:nvPr>
            <p:ph type="pic" sz="quarter" idx="13"/>
          </p:nvPr>
        </p:nvSpPr>
        <p:spPr>
          <a:xfrm>
            <a:off x="6364224" y="685800"/>
            <a:ext cx="5129784" cy="1746504"/>
          </a:xfrm>
          <a:solidFill>
            <a:schemeClr val="accent3"/>
          </a:solidFill>
        </p:spPr>
        <p:txBody>
          <a:bodyPr rtlCol="0"/>
          <a:lstStyle/>
          <a:p>
            <a:pPr rtl="0"/>
            <a:r>
              <a:rPr lang="en-GB"/>
              <a:t>Click icon to add picture</a:t>
            </a:r>
            <a:endParaRPr lang="en-GB" dirty="0"/>
          </a:p>
        </p:txBody>
      </p:sp>
      <p:sp>
        <p:nvSpPr>
          <p:cNvPr id="17" name="Picture Placeholder 15">
            <a:extLst>
              <a:ext uri="{FF2B5EF4-FFF2-40B4-BE49-F238E27FC236}">
                <a16:creationId xmlns:a16="http://schemas.microsoft.com/office/drawing/2014/main" id="{51A43274-DD11-4214-8866-5163B788CD1E}"/>
              </a:ext>
            </a:extLst>
          </p:cNvPr>
          <p:cNvSpPr>
            <a:spLocks noGrp="1"/>
          </p:cNvSpPr>
          <p:nvPr>
            <p:ph type="pic" sz="quarter" idx="14"/>
          </p:nvPr>
        </p:nvSpPr>
        <p:spPr>
          <a:xfrm>
            <a:off x="6361416" y="2559960"/>
            <a:ext cx="5129784" cy="1746504"/>
          </a:xfrm>
          <a:solidFill>
            <a:schemeClr val="accent3"/>
          </a:solidFill>
        </p:spPr>
        <p:txBody>
          <a:bodyPr rtlCol="0"/>
          <a:lstStyle/>
          <a:p>
            <a:pPr rtl="0"/>
            <a:r>
              <a:rPr lang="en-GB"/>
              <a:t>Click icon to add picture</a:t>
            </a:r>
            <a:endParaRPr lang="en-GB" dirty="0"/>
          </a:p>
        </p:txBody>
      </p:sp>
      <p:sp>
        <p:nvSpPr>
          <p:cNvPr id="18" name="Picture Placeholder 15">
            <a:extLst>
              <a:ext uri="{FF2B5EF4-FFF2-40B4-BE49-F238E27FC236}">
                <a16:creationId xmlns:a16="http://schemas.microsoft.com/office/drawing/2014/main" id="{63E02E81-5AE8-46D6-942E-52D16C8CBE88}"/>
              </a:ext>
            </a:extLst>
          </p:cNvPr>
          <p:cNvSpPr>
            <a:spLocks noGrp="1"/>
          </p:cNvSpPr>
          <p:nvPr>
            <p:ph type="pic" sz="quarter" idx="15"/>
          </p:nvPr>
        </p:nvSpPr>
        <p:spPr>
          <a:xfrm>
            <a:off x="6361416" y="4416192"/>
            <a:ext cx="5129784" cy="1746504"/>
          </a:xfrm>
          <a:solidFill>
            <a:schemeClr val="accent3"/>
          </a:solidFill>
        </p:spPr>
        <p:txBody>
          <a:bodyPr rtlCol="0"/>
          <a:lstStyle/>
          <a:p>
            <a:pPr rtl="0"/>
            <a:r>
              <a:rPr lang="en-GB"/>
              <a:t>Click icon to add picture</a:t>
            </a:r>
            <a:endParaRPr lang="en-GB" dirty="0"/>
          </a:p>
        </p:txBody>
      </p:sp>
      <p:sp>
        <p:nvSpPr>
          <p:cNvPr id="2" name="Date Placeholder 1">
            <a:extLst>
              <a:ext uri="{FF2B5EF4-FFF2-40B4-BE49-F238E27FC236}">
                <a16:creationId xmlns:a16="http://schemas.microsoft.com/office/drawing/2014/main" id="{EE562BDD-CBFF-4046-A6B2-A9ECCB7EA144}"/>
              </a:ext>
            </a:extLst>
          </p:cNvPr>
          <p:cNvSpPr>
            <a:spLocks noGrp="1"/>
          </p:cNvSpPr>
          <p:nvPr>
            <p:ph type="dt" sz="half" idx="10"/>
          </p:nvPr>
        </p:nvSpPr>
        <p:spPr/>
        <p:txBody>
          <a:bodyPr rtlCol="0"/>
          <a:lstStyle/>
          <a:p>
            <a:pPr rtl="0"/>
            <a:r>
              <a:rPr lang="en-GB"/>
              <a:t>Monday, February 1, 20XX</a:t>
            </a:r>
          </a:p>
        </p:txBody>
      </p:sp>
      <p:sp>
        <p:nvSpPr>
          <p:cNvPr id="3" name="Footer Placeholder 2">
            <a:extLst>
              <a:ext uri="{FF2B5EF4-FFF2-40B4-BE49-F238E27FC236}">
                <a16:creationId xmlns:a16="http://schemas.microsoft.com/office/drawing/2014/main" id="{4690B5F6-6C28-4A86-AFD0-D7F93D461945}"/>
              </a:ext>
            </a:extLst>
          </p:cNvPr>
          <p:cNvSpPr>
            <a:spLocks noGrp="1"/>
          </p:cNvSpPr>
          <p:nvPr>
            <p:ph type="ftr" sz="quarter" idx="11"/>
          </p:nvPr>
        </p:nvSpPr>
        <p:spPr/>
        <p:txBody>
          <a:bodyPr rtlCol="0"/>
          <a:lstStyle/>
          <a:p>
            <a:pPr rtl="0"/>
            <a:r>
              <a:rPr lang="en-GB"/>
              <a:t>Sample Footer Text</a:t>
            </a:r>
          </a:p>
        </p:txBody>
      </p:sp>
      <p:sp>
        <p:nvSpPr>
          <p:cNvPr id="4" name="Slide Number Placeholder 3">
            <a:extLst>
              <a:ext uri="{FF2B5EF4-FFF2-40B4-BE49-F238E27FC236}">
                <a16:creationId xmlns:a16="http://schemas.microsoft.com/office/drawing/2014/main" id="{75910D5C-1634-451B-8D99-4D47EB3A11E7}"/>
              </a:ext>
            </a:extLst>
          </p:cNvPr>
          <p:cNvSpPr>
            <a:spLocks noGrp="1"/>
          </p:cNvSpPr>
          <p:nvPr>
            <p:ph type="sldNum" sz="quarter" idx="12"/>
          </p:nvPr>
        </p:nvSpPr>
        <p:spPr/>
        <p:txBody>
          <a:bodyPr rtlCol="0"/>
          <a:lstStyle/>
          <a:p>
            <a:pPr rtl="0"/>
            <a:fld id="{3A4F6043-7A67-491B-98BC-F933DED7226D}" type="slidenum">
              <a:rPr lang="en-GB" smtClean="0"/>
              <a:pPr/>
              <a:t>‹#›</a:t>
            </a:fld>
            <a:endParaRPr lang="en-GB" dirty="0"/>
          </a:p>
        </p:txBody>
      </p:sp>
      <p:sp>
        <p:nvSpPr>
          <p:cNvPr id="11" name="Rectangle 10">
            <a:extLst>
              <a:ext uri="{FF2B5EF4-FFF2-40B4-BE49-F238E27FC236}">
                <a16:creationId xmlns:a16="http://schemas.microsoft.com/office/drawing/2014/main" id="{5E08B021-326C-466B-A929-7282AA793D87}"/>
              </a:ext>
              <a:ext uri="{C183D7F6-B498-43B3-948B-1728B52AA6E4}">
                <adec:decorative xmlns:adec="http://schemas.microsoft.com/office/drawing/2017/decorative" val="1"/>
              </a:ext>
            </a:extLst>
          </p:cNvPr>
          <p:cNvSpPr/>
          <p:nvPr userDrawn="1"/>
        </p:nvSpPr>
        <p:spPr>
          <a:xfrm rot="10800000">
            <a:off x="11504672" y="685799"/>
            <a:ext cx="687327" cy="1747907"/>
          </a:xfrm>
          <a:prstGeom prst="rect">
            <a:avLst/>
          </a:prstGeom>
          <a:solidFill>
            <a:schemeClr val="accent1">
              <a:alpha val="25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GB" sz="3000" b="0" i="0" u="none" strike="noStrike" cap="none" spc="0" normalizeH="0" baseline="0" dirty="0">
              <a:ln>
                <a:noFill/>
              </a:ln>
              <a:solidFill>
                <a:srgbClr val="000000"/>
              </a:solidFill>
              <a:effectLst/>
              <a:uFillTx/>
              <a:latin typeface="Helvetica Neue Medium"/>
              <a:ea typeface="Helvetica Neue Medium"/>
              <a:cs typeface="Helvetica Neue Medium"/>
              <a:sym typeface="Helvetica Neue Medium"/>
            </a:endParaRPr>
          </a:p>
        </p:txBody>
      </p:sp>
      <p:cxnSp>
        <p:nvCxnSpPr>
          <p:cNvPr id="14" name="Straight Connector 13">
            <a:extLst>
              <a:ext uri="{FF2B5EF4-FFF2-40B4-BE49-F238E27FC236}">
                <a16:creationId xmlns:a16="http://schemas.microsoft.com/office/drawing/2014/main" id="{0733741E-9972-4C5E-B592-7570CD3CCC52}"/>
              </a:ext>
              <a:ext uri="{C183D7F6-B498-43B3-948B-1728B52AA6E4}">
                <adec:decorative xmlns:adec="http://schemas.microsoft.com/office/drawing/2017/decorative" val="1"/>
              </a:ext>
            </a:extLst>
          </p:cNvPr>
          <p:cNvCxnSpPr>
            <a:cxnSpLocks/>
          </p:cNvCxnSpPr>
          <p:nvPr userDrawn="1"/>
        </p:nvCxnSpPr>
        <p:spPr>
          <a:xfrm>
            <a:off x="1524" y="6172200"/>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8C6A56C-39A6-4FDE-BD90-66B344C061F5}"/>
              </a:ext>
              <a:ext uri="{C183D7F6-B498-43B3-948B-1728B52AA6E4}">
                <adec:decorative xmlns:adec="http://schemas.microsoft.com/office/drawing/2017/decorative" val="1"/>
              </a:ext>
            </a:extLst>
          </p:cNvPr>
          <p:cNvCxnSpPr>
            <a:cxnSpLocks/>
          </p:cNvCxnSpPr>
          <p:nvPr userDrawn="1"/>
        </p:nvCxnSpPr>
        <p:spPr>
          <a:xfrm flipV="1">
            <a:off x="11496184"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039050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8_Team">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AF4BC-D1E9-40F0-A26B-9EA9B6B69755}"/>
              </a:ext>
            </a:extLst>
          </p:cNvPr>
          <p:cNvSpPr>
            <a:spLocks noGrp="1"/>
          </p:cNvSpPr>
          <p:nvPr>
            <p:ph type="title"/>
          </p:nvPr>
        </p:nvSpPr>
        <p:spPr>
          <a:xfrm>
            <a:off x="420623" y="365760"/>
            <a:ext cx="11067089" cy="1325880"/>
          </a:xfrm>
        </p:spPr>
        <p:txBody>
          <a:bodyPr rtlCol="0" anchor="ctr">
            <a:normAutofit/>
          </a:bodyPr>
          <a:lstStyle>
            <a:lvl1pPr>
              <a:lnSpc>
                <a:spcPts val="2800"/>
              </a:lnSpc>
              <a:spcBef>
                <a:spcPts val="1000"/>
              </a:spcBef>
              <a:defRPr sz="5200" b="0" i="0"/>
            </a:lvl1pPr>
          </a:lstStyle>
          <a:p>
            <a:pPr rtl="0"/>
            <a:r>
              <a:rPr lang="en-GB"/>
              <a:t>Click to edit Master title style</a:t>
            </a:r>
          </a:p>
        </p:txBody>
      </p:sp>
      <p:sp>
        <p:nvSpPr>
          <p:cNvPr id="35" name="Picture Placeholder 34">
            <a:extLst>
              <a:ext uri="{FF2B5EF4-FFF2-40B4-BE49-F238E27FC236}">
                <a16:creationId xmlns:a16="http://schemas.microsoft.com/office/drawing/2014/main" id="{F2462114-8669-43BC-B4E2-2721F7F370A8}"/>
              </a:ext>
            </a:extLst>
          </p:cNvPr>
          <p:cNvSpPr>
            <a:spLocks noGrp="1"/>
          </p:cNvSpPr>
          <p:nvPr>
            <p:ph type="pic" sz="quarter" idx="19"/>
          </p:nvPr>
        </p:nvSpPr>
        <p:spPr>
          <a:xfrm>
            <a:off x="420624" y="2029968"/>
            <a:ext cx="2642616" cy="1892808"/>
          </a:xfrm>
          <a:solidFill>
            <a:schemeClr val="accent3"/>
          </a:solidFill>
        </p:spPr>
        <p:txBody>
          <a:bodyPr rtlCol="0"/>
          <a:lstStyle/>
          <a:p>
            <a:pPr rtl="0"/>
            <a:r>
              <a:rPr lang="en-GB"/>
              <a:t>Click icon to add picture</a:t>
            </a:r>
            <a:endParaRPr lang="en-GB" dirty="0"/>
          </a:p>
        </p:txBody>
      </p:sp>
      <p:sp>
        <p:nvSpPr>
          <p:cNvPr id="40" name="Text Placeholder 39">
            <a:extLst>
              <a:ext uri="{FF2B5EF4-FFF2-40B4-BE49-F238E27FC236}">
                <a16:creationId xmlns:a16="http://schemas.microsoft.com/office/drawing/2014/main" id="{588BD3B0-8831-43B7-B5A9-3F692192A2D6}"/>
              </a:ext>
            </a:extLst>
          </p:cNvPr>
          <p:cNvSpPr>
            <a:spLocks noGrp="1"/>
          </p:cNvSpPr>
          <p:nvPr>
            <p:ph type="body" sz="quarter" idx="23" hasCustomPrompt="1"/>
          </p:nvPr>
        </p:nvSpPr>
        <p:spPr>
          <a:xfrm>
            <a:off x="420624" y="3971853"/>
            <a:ext cx="2642616" cy="877824"/>
          </a:xfrm>
        </p:spPr>
        <p:txBody>
          <a:bodyPr rtlCol="0" anchor="b" anchorCtr="0">
            <a:normAutofit/>
          </a:bodyPr>
          <a:lstStyle>
            <a:lvl1pPr>
              <a:buNone/>
              <a:defRPr sz="2000" b="1" baseline="0"/>
            </a:lvl1pPr>
          </a:lstStyle>
          <a:p>
            <a:pPr lvl="0" rtl="0"/>
            <a:r>
              <a:rPr lang="en-GB"/>
              <a:t>Name</a:t>
            </a:r>
          </a:p>
        </p:txBody>
      </p:sp>
      <p:sp>
        <p:nvSpPr>
          <p:cNvPr id="3" name="Text Placeholder 2">
            <a:extLst>
              <a:ext uri="{FF2B5EF4-FFF2-40B4-BE49-F238E27FC236}">
                <a16:creationId xmlns:a16="http://schemas.microsoft.com/office/drawing/2014/main" id="{FF7974A6-FAB9-47DA-8F1A-701DFC8DF327}"/>
              </a:ext>
            </a:extLst>
          </p:cNvPr>
          <p:cNvSpPr>
            <a:spLocks noGrp="1"/>
          </p:cNvSpPr>
          <p:nvPr>
            <p:ph type="body" idx="1" hasCustomPrompt="1"/>
          </p:nvPr>
        </p:nvSpPr>
        <p:spPr>
          <a:xfrm>
            <a:off x="420625" y="4945456"/>
            <a:ext cx="2644360" cy="741904"/>
          </a:xfrm>
        </p:spPr>
        <p:txBody>
          <a:bodyPr rtlCol="0">
            <a:noAutofit/>
          </a:bodyPr>
          <a:lstStyle>
            <a:lvl1pPr marL="0" indent="0">
              <a:buNone/>
              <a:defRPr sz="18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en-GB"/>
              <a:t>Title</a:t>
            </a:r>
          </a:p>
        </p:txBody>
      </p:sp>
      <p:sp>
        <p:nvSpPr>
          <p:cNvPr id="36" name="Picture Placeholder 34">
            <a:extLst>
              <a:ext uri="{FF2B5EF4-FFF2-40B4-BE49-F238E27FC236}">
                <a16:creationId xmlns:a16="http://schemas.microsoft.com/office/drawing/2014/main" id="{E9A9694E-7001-4575-9F4C-663629B0A7CE}"/>
              </a:ext>
            </a:extLst>
          </p:cNvPr>
          <p:cNvSpPr>
            <a:spLocks noGrp="1"/>
          </p:cNvSpPr>
          <p:nvPr>
            <p:ph type="pic" sz="quarter" idx="20"/>
          </p:nvPr>
        </p:nvSpPr>
        <p:spPr>
          <a:xfrm>
            <a:off x="3227832" y="2029968"/>
            <a:ext cx="2642616" cy="1892808"/>
          </a:xfrm>
          <a:solidFill>
            <a:schemeClr val="accent3"/>
          </a:solidFill>
        </p:spPr>
        <p:txBody>
          <a:bodyPr rtlCol="0"/>
          <a:lstStyle/>
          <a:p>
            <a:pPr rtl="0"/>
            <a:r>
              <a:rPr lang="en-GB"/>
              <a:t>Click icon to add picture</a:t>
            </a:r>
            <a:endParaRPr lang="en-GB" dirty="0"/>
          </a:p>
        </p:txBody>
      </p:sp>
      <p:sp>
        <p:nvSpPr>
          <p:cNvPr id="31" name="Text Placeholder 30">
            <a:extLst>
              <a:ext uri="{FF2B5EF4-FFF2-40B4-BE49-F238E27FC236}">
                <a16:creationId xmlns:a16="http://schemas.microsoft.com/office/drawing/2014/main" id="{44183588-657C-4472-8112-7A2B55E2E714}"/>
              </a:ext>
            </a:extLst>
          </p:cNvPr>
          <p:cNvSpPr>
            <a:spLocks noGrp="1"/>
          </p:cNvSpPr>
          <p:nvPr>
            <p:ph type="body" sz="quarter" idx="16" hasCustomPrompt="1"/>
          </p:nvPr>
        </p:nvSpPr>
        <p:spPr>
          <a:xfrm>
            <a:off x="3227832" y="3971853"/>
            <a:ext cx="2642616" cy="877824"/>
          </a:xfrm>
        </p:spPr>
        <p:txBody>
          <a:bodyPr rtlCol="0" anchor="b" anchorCtr="0"/>
          <a:lstStyle>
            <a:lvl1pPr>
              <a:buNone/>
              <a:defRPr sz="2000" b="1"/>
            </a:lvl1pPr>
          </a:lstStyle>
          <a:p>
            <a:pPr lvl="0" rtl="0"/>
            <a:r>
              <a:rPr lang="en-GB"/>
              <a:t>Name</a:t>
            </a:r>
          </a:p>
        </p:txBody>
      </p:sp>
      <p:sp>
        <p:nvSpPr>
          <p:cNvPr id="24" name="Text Placeholder 2">
            <a:extLst>
              <a:ext uri="{FF2B5EF4-FFF2-40B4-BE49-F238E27FC236}">
                <a16:creationId xmlns:a16="http://schemas.microsoft.com/office/drawing/2014/main" id="{E5900E07-5526-44B5-BD49-95414B12080F}"/>
              </a:ext>
            </a:extLst>
          </p:cNvPr>
          <p:cNvSpPr>
            <a:spLocks noGrp="1"/>
          </p:cNvSpPr>
          <p:nvPr>
            <p:ph type="body" idx="13" hasCustomPrompt="1"/>
          </p:nvPr>
        </p:nvSpPr>
        <p:spPr>
          <a:xfrm>
            <a:off x="3227832" y="4945456"/>
            <a:ext cx="2644360" cy="741904"/>
          </a:xfrm>
        </p:spPr>
        <p:txBody>
          <a:bodyPr rtlCol="0">
            <a:noAutofit/>
          </a:bodyPr>
          <a:lstStyle>
            <a:lvl1pPr marL="0" indent="0">
              <a:buNone/>
              <a:defRPr sz="18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en-GB"/>
              <a:t>Title</a:t>
            </a:r>
          </a:p>
        </p:txBody>
      </p:sp>
      <p:sp>
        <p:nvSpPr>
          <p:cNvPr id="37" name="Picture Placeholder 34">
            <a:extLst>
              <a:ext uri="{FF2B5EF4-FFF2-40B4-BE49-F238E27FC236}">
                <a16:creationId xmlns:a16="http://schemas.microsoft.com/office/drawing/2014/main" id="{5AD1D716-DEC7-4756-8417-259B5EAA7EA0}"/>
              </a:ext>
            </a:extLst>
          </p:cNvPr>
          <p:cNvSpPr>
            <a:spLocks noGrp="1"/>
          </p:cNvSpPr>
          <p:nvPr>
            <p:ph type="pic" sz="quarter" idx="21"/>
          </p:nvPr>
        </p:nvSpPr>
        <p:spPr>
          <a:xfrm>
            <a:off x="6044184" y="2029968"/>
            <a:ext cx="2642616" cy="1892808"/>
          </a:xfrm>
          <a:solidFill>
            <a:schemeClr val="accent3"/>
          </a:solidFill>
        </p:spPr>
        <p:txBody>
          <a:bodyPr rtlCol="0"/>
          <a:lstStyle/>
          <a:p>
            <a:pPr rtl="0"/>
            <a:r>
              <a:rPr lang="en-GB"/>
              <a:t>Click icon to add picture</a:t>
            </a:r>
            <a:endParaRPr lang="en-GB" dirty="0"/>
          </a:p>
        </p:txBody>
      </p:sp>
      <p:sp>
        <p:nvSpPr>
          <p:cNvPr id="32" name="Text Placeholder 30">
            <a:extLst>
              <a:ext uri="{FF2B5EF4-FFF2-40B4-BE49-F238E27FC236}">
                <a16:creationId xmlns:a16="http://schemas.microsoft.com/office/drawing/2014/main" id="{5E05DC2B-9AC8-4E27-A870-E3E9BBCF4FBF}"/>
              </a:ext>
            </a:extLst>
          </p:cNvPr>
          <p:cNvSpPr>
            <a:spLocks noGrp="1"/>
          </p:cNvSpPr>
          <p:nvPr>
            <p:ph type="body" sz="quarter" idx="17" hasCustomPrompt="1"/>
          </p:nvPr>
        </p:nvSpPr>
        <p:spPr>
          <a:xfrm>
            <a:off x="6044184" y="3971853"/>
            <a:ext cx="2642616" cy="877824"/>
          </a:xfrm>
        </p:spPr>
        <p:txBody>
          <a:bodyPr rtlCol="0" anchor="b" anchorCtr="0"/>
          <a:lstStyle>
            <a:lvl1pPr>
              <a:buNone/>
              <a:defRPr sz="2000" b="1"/>
            </a:lvl1pPr>
          </a:lstStyle>
          <a:p>
            <a:pPr lvl="0" rtl="0"/>
            <a:r>
              <a:rPr lang="en-GB"/>
              <a:t>Name</a:t>
            </a:r>
          </a:p>
        </p:txBody>
      </p:sp>
      <p:sp>
        <p:nvSpPr>
          <p:cNvPr id="26" name="Text Placeholder 2">
            <a:extLst>
              <a:ext uri="{FF2B5EF4-FFF2-40B4-BE49-F238E27FC236}">
                <a16:creationId xmlns:a16="http://schemas.microsoft.com/office/drawing/2014/main" id="{13C6B231-0427-4DBE-AE82-31CC424FC664}"/>
              </a:ext>
            </a:extLst>
          </p:cNvPr>
          <p:cNvSpPr>
            <a:spLocks noGrp="1"/>
          </p:cNvSpPr>
          <p:nvPr>
            <p:ph type="body" idx="14" hasCustomPrompt="1"/>
          </p:nvPr>
        </p:nvSpPr>
        <p:spPr>
          <a:xfrm>
            <a:off x="6044184" y="4945456"/>
            <a:ext cx="2644360" cy="741904"/>
          </a:xfrm>
        </p:spPr>
        <p:txBody>
          <a:bodyPr rtlCol="0">
            <a:noAutofit/>
          </a:bodyPr>
          <a:lstStyle>
            <a:lvl1pPr marL="0" indent="0">
              <a:buNone/>
              <a:defRPr sz="18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en-GB"/>
              <a:t>Title</a:t>
            </a:r>
          </a:p>
        </p:txBody>
      </p:sp>
      <p:sp>
        <p:nvSpPr>
          <p:cNvPr id="38" name="Picture Placeholder 34">
            <a:extLst>
              <a:ext uri="{FF2B5EF4-FFF2-40B4-BE49-F238E27FC236}">
                <a16:creationId xmlns:a16="http://schemas.microsoft.com/office/drawing/2014/main" id="{67FC7F9C-D486-450B-B0F9-3EE9789C8964}"/>
              </a:ext>
            </a:extLst>
          </p:cNvPr>
          <p:cNvSpPr>
            <a:spLocks noGrp="1"/>
          </p:cNvSpPr>
          <p:nvPr>
            <p:ph type="pic" sz="quarter" idx="22"/>
          </p:nvPr>
        </p:nvSpPr>
        <p:spPr>
          <a:xfrm>
            <a:off x="8851392" y="2020920"/>
            <a:ext cx="2642616" cy="1892808"/>
          </a:xfrm>
          <a:solidFill>
            <a:schemeClr val="accent3"/>
          </a:solidFill>
        </p:spPr>
        <p:txBody>
          <a:bodyPr rtlCol="0"/>
          <a:lstStyle/>
          <a:p>
            <a:pPr rtl="0"/>
            <a:r>
              <a:rPr lang="en-GB"/>
              <a:t>Click icon to add picture</a:t>
            </a:r>
            <a:endParaRPr lang="en-GB" dirty="0"/>
          </a:p>
        </p:txBody>
      </p:sp>
      <p:sp>
        <p:nvSpPr>
          <p:cNvPr id="33" name="Text Placeholder 30">
            <a:extLst>
              <a:ext uri="{FF2B5EF4-FFF2-40B4-BE49-F238E27FC236}">
                <a16:creationId xmlns:a16="http://schemas.microsoft.com/office/drawing/2014/main" id="{9A466F23-EDAE-477E-B8D1-C9E81E6D1B12}"/>
              </a:ext>
            </a:extLst>
          </p:cNvPr>
          <p:cNvSpPr>
            <a:spLocks noGrp="1"/>
          </p:cNvSpPr>
          <p:nvPr>
            <p:ph type="body" sz="quarter" idx="18" hasCustomPrompt="1"/>
          </p:nvPr>
        </p:nvSpPr>
        <p:spPr>
          <a:xfrm>
            <a:off x="8851392" y="3971853"/>
            <a:ext cx="2642616" cy="877824"/>
          </a:xfrm>
        </p:spPr>
        <p:txBody>
          <a:bodyPr rtlCol="0" anchor="b" anchorCtr="0"/>
          <a:lstStyle>
            <a:lvl1pPr>
              <a:buNone/>
              <a:defRPr sz="2000" b="1"/>
            </a:lvl1pPr>
          </a:lstStyle>
          <a:p>
            <a:pPr lvl="0" rtl="0"/>
            <a:r>
              <a:rPr lang="en-GB"/>
              <a:t>Name</a:t>
            </a:r>
          </a:p>
        </p:txBody>
      </p:sp>
      <p:sp>
        <p:nvSpPr>
          <p:cNvPr id="28" name="Text Placeholder 2">
            <a:extLst>
              <a:ext uri="{FF2B5EF4-FFF2-40B4-BE49-F238E27FC236}">
                <a16:creationId xmlns:a16="http://schemas.microsoft.com/office/drawing/2014/main" id="{6C8ADF02-C47F-4077-865D-D057627A9E3F}"/>
              </a:ext>
            </a:extLst>
          </p:cNvPr>
          <p:cNvSpPr>
            <a:spLocks noGrp="1"/>
          </p:cNvSpPr>
          <p:nvPr>
            <p:ph type="body" idx="15" hasCustomPrompt="1"/>
          </p:nvPr>
        </p:nvSpPr>
        <p:spPr>
          <a:xfrm>
            <a:off x="8851392" y="4945456"/>
            <a:ext cx="2644360" cy="741904"/>
          </a:xfrm>
        </p:spPr>
        <p:txBody>
          <a:bodyPr rtlCol="0">
            <a:noAutofit/>
          </a:bodyPr>
          <a:lstStyle>
            <a:lvl1pPr marL="0" indent="0">
              <a:buNone/>
              <a:defRPr sz="18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en-GB"/>
              <a:t>Title</a:t>
            </a:r>
          </a:p>
        </p:txBody>
      </p:sp>
      <p:sp>
        <p:nvSpPr>
          <p:cNvPr id="4" name="Date Placeholder 3">
            <a:extLst>
              <a:ext uri="{FF2B5EF4-FFF2-40B4-BE49-F238E27FC236}">
                <a16:creationId xmlns:a16="http://schemas.microsoft.com/office/drawing/2014/main" id="{A564E2B4-314C-4D4F-8938-E437A2EF527B}"/>
              </a:ext>
            </a:extLst>
          </p:cNvPr>
          <p:cNvSpPr>
            <a:spLocks noGrp="1"/>
          </p:cNvSpPr>
          <p:nvPr>
            <p:ph type="dt" sz="half" idx="10"/>
          </p:nvPr>
        </p:nvSpPr>
        <p:spPr/>
        <p:txBody>
          <a:bodyPr rtlCol="0"/>
          <a:lstStyle/>
          <a:p>
            <a:pPr rtl="0"/>
            <a:r>
              <a:rPr lang="en-GB"/>
              <a:t>Monday, February 1, 20XX</a:t>
            </a:r>
          </a:p>
        </p:txBody>
      </p:sp>
      <p:sp>
        <p:nvSpPr>
          <p:cNvPr id="5" name="Footer Placeholder 4">
            <a:extLst>
              <a:ext uri="{FF2B5EF4-FFF2-40B4-BE49-F238E27FC236}">
                <a16:creationId xmlns:a16="http://schemas.microsoft.com/office/drawing/2014/main" id="{72442F23-6986-4A36-97F0-13F305A2DEBF}"/>
              </a:ext>
            </a:extLst>
          </p:cNvPr>
          <p:cNvSpPr>
            <a:spLocks noGrp="1"/>
          </p:cNvSpPr>
          <p:nvPr>
            <p:ph type="ftr" sz="quarter" idx="11"/>
          </p:nvPr>
        </p:nvSpPr>
        <p:spPr/>
        <p:txBody>
          <a:bodyPr rtlCol="0"/>
          <a:lstStyle/>
          <a:p>
            <a:pPr rtl="0"/>
            <a:r>
              <a:rPr lang="en-GB"/>
              <a:t>Sample Footer Text</a:t>
            </a:r>
          </a:p>
        </p:txBody>
      </p:sp>
      <p:sp>
        <p:nvSpPr>
          <p:cNvPr id="6" name="Slide Number Placeholder 5">
            <a:extLst>
              <a:ext uri="{FF2B5EF4-FFF2-40B4-BE49-F238E27FC236}">
                <a16:creationId xmlns:a16="http://schemas.microsoft.com/office/drawing/2014/main" id="{494BA1B9-2423-42BD-A553-DC5703F6243F}"/>
              </a:ext>
            </a:extLst>
          </p:cNvPr>
          <p:cNvSpPr>
            <a:spLocks noGrp="1"/>
          </p:cNvSpPr>
          <p:nvPr>
            <p:ph type="sldNum" sz="quarter" idx="12"/>
          </p:nvPr>
        </p:nvSpPr>
        <p:spPr/>
        <p:txBody>
          <a:bodyPr rtlCol="0"/>
          <a:lstStyle/>
          <a:p>
            <a:pPr rtl="0"/>
            <a:fld id="{3A4F6043-7A67-491B-98BC-F933DED7226D}" type="slidenum">
              <a:rPr lang="en-GB" smtClean="0"/>
              <a:pPr/>
              <a:t>‹#›</a:t>
            </a:fld>
            <a:endParaRPr lang="en-GB" dirty="0"/>
          </a:p>
        </p:txBody>
      </p:sp>
      <p:cxnSp>
        <p:nvCxnSpPr>
          <p:cNvPr id="12" name="Straight Connector 11">
            <a:extLst>
              <a:ext uri="{FF2B5EF4-FFF2-40B4-BE49-F238E27FC236}">
                <a16:creationId xmlns:a16="http://schemas.microsoft.com/office/drawing/2014/main" id="{94360FCC-CBCE-4F8E-84A2-B29CA5DADC66}"/>
              </a:ext>
              <a:ext uri="{C183D7F6-B498-43B3-948B-1728B52AA6E4}">
                <adec:decorative xmlns:adec="http://schemas.microsoft.com/office/drawing/2017/decorative" val="1"/>
              </a:ext>
            </a:extLst>
          </p:cNvPr>
          <p:cNvCxnSpPr>
            <a:cxnSpLocks/>
          </p:cNvCxnSpPr>
          <p:nvPr userDrawn="1"/>
        </p:nvCxnSpPr>
        <p:spPr>
          <a:xfrm flipV="1">
            <a:off x="11496184"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CA6BF945-F985-4A89-9868-A82E90E1054D}"/>
              </a:ext>
              <a:ext uri="{C183D7F6-B498-43B3-948B-1728B52AA6E4}">
                <adec:decorative xmlns:adec="http://schemas.microsoft.com/office/drawing/2017/decorative" val="1"/>
              </a:ext>
            </a:extLst>
          </p:cNvPr>
          <p:cNvSpPr/>
          <p:nvPr userDrawn="1"/>
        </p:nvSpPr>
        <p:spPr>
          <a:xfrm rot="10800000">
            <a:off x="11504656" y="2020824"/>
            <a:ext cx="687343" cy="1896697"/>
          </a:xfrm>
          <a:prstGeom prst="rect">
            <a:avLst/>
          </a:prstGeom>
          <a:solidFill>
            <a:schemeClr val="accent1">
              <a:alpha val="25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GB" sz="3000" b="0" i="0" u="none" strike="noStrike" cap="none" spc="0" normalizeH="0" baseline="0" dirty="0">
              <a:ln>
                <a:noFill/>
              </a:ln>
              <a:solidFill>
                <a:srgbClr val="000000"/>
              </a:solidFill>
              <a:effectLst/>
              <a:uFillTx/>
              <a:latin typeface="Helvetica Neue Medium"/>
              <a:ea typeface="Helvetica Neue Medium"/>
              <a:cs typeface="Helvetica Neue Medium"/>
              <a:sym typeface="Helvetica Neue Medium"/>
            </a:endParaRPr>
          </a:p>
        </p:txBody>
      </p:sp>
      <p:cxnSp>
        <p:nvCxnSpPr>
          <p:cNvPr id="16" name="Straight Connector 15">
            <a:extLst>
              <a:ext uri="{FF2B5EF4-FFF2-40B4-BE49-F238E27FC236}">
                <a16:creationId xmlns:a16="http://schemas.microsoft.com/office/drawing/2014/main" id="{E1D8AF1F-4C5C-4C08-894E-00850C387A20}"/>
              </a:ext>
              <a:ext uri="{C183D7F6-B498-43B3-948B-1728B52AA6E4}">
                <adec:decorative xmlns:adec="http://schemas.microsoft.com/office/drawing/2017/decorative" val="1"/>
              </a:ext>
            </a:extLst>
          </p:cNvPr>
          <p:cNvCxnSpPr>
            <a:cxnSpLocks/>
          </p:cNvCxnSpPr>
          <p:nvPr userDrawn="1"/>
        </p:nvCxnSpPr>
        <p:spPr>
          <a:xfrm>
            <a:off x="1524" y="6172200"/>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885996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10_Content 2 column (comparison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2F9955-0460-4A20-8FC6-300595560010}"/>
              </a:ext>
            </a:extLst>
          </p:cNvPr>
          <p:cNvSpPr>
            <a:spLocks noGrp="1"/>
          </p:cNvSpPr>
          <p:nvPr>
            <p:ph type="title"/>
          </p:nvPr>
        </p:nvSpPr>
        <p:spPr>
          <a:xfrm>
            <a:off x="420624" y="365125"/>
            <a:ext cx="10543032" cy="1325563"/>
          </a:xfrm>
        </p:spPr>
        <p:txBody>
          <a:bodyPr rtlCol="0">
            <a:normAutofit/>
          </a:bodyPr>
          <a:lstStyle>
            <a:lvl1pPr>
              <a:defRPr sz="5200"/>
            </a:lvl1pPr>
          </a:lstStyle>
          <a:p>
            <a:pPr rtl="0"/>
            <a:r>
              <a:rPr lang="en-GB"/>
              <a:t>Click to edit Master title style</a:t>
            </a:r>
          </a:p>
        </p:txBody>
      </p:sp>
      <p:sp>
        <p:nvSpPr>
          <p:cNvPr id="3" name="Text Placeholder 2">
            <a:extLst>
              <a:ext uri="{FF2B5EF4-FFF2-40B4-BE49-F238E27FC236}">
                <a16:creationId xmlns:a16="http://schemas.microsoft.com/office/drawing/2014/main" id="{BF95DDA7-4AAD-4EBE-880C-200E5F10A6C4}"/>
              </a:ext>
            </a:extLst>
          </p:cNvPr>
          <p:cNvSpPr>
            <a:spLocks noGrp="1"/>
          </p:cNvSpPr>
          <p:nvPr>
            <p:ph type="body" idx="1"/>
          </p:nvPr>
        </p:nvSpPr>
        <p:spPr>
          <a:xfrm>
            <a:off x="420624" y="1681163"/>
            <a:ext cx="5549697" cy="823912"/>
          </a:xfrm>
        </p:spPr>
        <p:txBody>
          <a:bodyPr rtlCol="0" anchor="b">
            <a:normAutofit/>
          </a:bodyPr>
          <a:lstStyle>
            <a:lvl1pPr marL="0" indent="0">
              <a:buNone/>
              <a:defRPr sz="3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a:t>Click to edit Master text styles</a:t>
            </a:r>
          </a:p>
        </p:txBody>
      </p:sp>
      <p:sp>
        <p:nvSpPr>
          <p:cNvPr id="4" name="Content Placeholder 3">
            <a:extLst>
              <a:ext uri="{FF2B5EF4-FFF2-40B4-BE49-F238E27FC236}">
                <a16:creationId xmlns:a16="http://schemas.microsoft.com/office/drawing/2014/main" id="{F9717496-E470-4CF6-884C-F07390A4688A}"/>
              </a:ext>
            </a:extLst>
          </p:cNvPr>
          <p:cNvSpPr>
            <a:spLocks noGrp="1"/>
          </p:cNvSpPr>
          <p:nvPr>
            <p:ph sz="half" idx="2"/>
          </p:nvPr>
        </p:nvSpPr>
        <p:spPr>
          <a:xfrm>
            <a:off x="420624" y="2505075"/>
            <a:ext cx="5549697" cy="3526932"/>
          </a:xfrm>
        </p:spPr>
        <p:txBody>
          <a:bodyPr rtlCol="0"/>
          <a:lstStyle>
            <a:lvl1pPr>
              <a:defRPr sz="2400"/>
            </a:lvl1pPr>
            <a:lvl2pPr>
              <a:defRPr sz="2200"/>
            </a:lvl2pPr>
          </a:lstStyle>
          <a:p>
            <a:pPr lvl="0" rtl="0"/>
            <a:r>
              <a:rPr lang="en-GB"/>
              <a:t>Click to edit Master text styles</a:t>
            </a:r>
          </a:p>
          <a:p>
            <a:pPr lvl="1" rtl="0"/>
            <a:r>
              <a:rPr lang="en-GB"/>
              <a:t>Second level</a:t>
            </a:r>
          </a:p>
          <a:p>
            <a:pPr lvl="2" rtl="0"/>
            <a:r>
              <a:rPr lang="en-GB"/>
              <a:t>Third level</a:t>
            </a:r>
          </a:p>
          <a:p>
            <a:pPr lvl="3" rtl="0"/>
            <a:r>
              <a:rPr lang="en-GB"/>
              <a:t>Fourth level</a:t>
            </a:r>
          </a:p>
          <a:p>
            <a:pPr lvl="4" rtl="0"/>
            <a:r>
              <a:rPr lang="en-GB"/>
              <a:t>Fifth level</a:t>
            </a:r>
            <a:endParaRPr lang="en-GB" dirty="0"/>
          </a:p>
        </p:txBody>
      </p:sp>
      <p:sp>
        <p:nvSpPr>
          <p:cNvPr id="5" name="Text Placeholder 4">
            <a:extLst>
              <a:ext uri="{FF2B5EF4-FFF2-40B4-BE49-F238E27FC236}">
                <a16:creationId xmlns:a16="http://schemas.microsoft.com/office/drawing/2014/main" id="{F8C438EA-D381-4F22-A911-ECDD6D04FB33}"/>
              </a:ext>
            </a:extLst>
          </p:cNvPr>
          <p:cNvSpPr>
            <a:spLocks noGrp="1"/>
          </p:cNvSpPr>
          <p:nvPr>
            <p:ph type="body" sz="quarter" idx="3"/>
          </p:nvPr>
        </p:nvSpPr>
        <p:spPr>
          <a:xfrm>
            <a:off x="5970321" y="1681163"/>
            <a:ext cx="4993335" cy="823912"/>
          </a:xfrm>
        </p:spPr>
        <p:txBody>
          <a:bodyPr rtlCol="0" anchor="b">
            <a:normAutofit/>
          </a:bodyPr>
          <a:lstStyle>
            <a:lvl1pPr marL="0" indent="0">
              <a:buNone/>
              <a:defRPr sz="3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a:t>Click to edit Master text styles</a:t>
            </a:r>
          </a:p>
        </p:txBody>
      </p:sp>
      <p:sp>
        <p:nvSpPr>
          <p:cNvPr id="6" name="Content Placeholder 5">
            <a:extLst>
              <a:ext uri="{FF2B5EF4-FFF2-40B4-BE49-F238E27FC236}">
                <a16:creationId xmlns:a16="http://schemas.microsoft.com/office/drawing/2014/main" id="{93F255FA-A04D-49F2-8DB4-3CC082D0DBC8}"/>
              </a:ext>
            </a:extLst>
          </p:cNvPr>
          <p:cNvSpPr>
            <a:spLocks noGrp="1"/>
          </p:cNvSpPr>
          <p:nvPr>
            <p:ph sz="quarter" idx="4"/>
          </p:nvPr>
        </p:nvSpPr>
        <p:spPr>
          <a:xfrm>
            <a:off x="5970321" y="2505075"/>
            <a:ext cx="4993335" cy="3526932"/>
          </a:xfrm>
        </p:spPr>
        <p:txBody>
          <a:bodyPr rtlCol="0"/>
          <a:lstStyle>
            <a:lvl1pPr>
              <a:defRPr sz="2400"/>
            </a:lvl1pPr>
            <a:lvl2pPr>
              <a:defRPr sz="2200"/>
            </a:lvl2pPr>
          </a:lstStyle>
          <a:p>
            <a:pPr lvl="0" rtl="0"/>
            <a:r>
              <a:rPr lang="en-GB"/>
              <a:t>Click to edit Master text styles</a:t>
            </a:r>
          </a:p>
          <a:p>
            <a:pPr lvl="1" rtl="0"/>
            <a:r>
              <a:rPr lang="en-GB"/>
              <a:t>Second level</a:t>
            </a:r>
          </a:p>
          <a:p>
            <a:pPr lvl="2" rtl="0"/>
            <a:r>
              <a:rPr lang="en-GB"/>
              <a:t>Third level</a:t>
            </a:r>
          </a:p>
          <a:p>
            <a:pPr lvl="3" rtl="0"/>
            <a:r>
              <a:rPr lang="en-GB"/>
              <a:t>Fourth level</a:t>
            </a:r>
          </a:p>
          <a:p>
            <a:pPr lvl="4" rtl="0"/>
            <a:r>
              <a:rPr lang="en-GB"/>
              <a:t>Fifth level</a:t>
            </a:r>
            <a:endParaRPr lang="en-GB" dirty="0"/>
          </a:p>
        </p:txBody>
      </p:sp>
      <p:sp>
        <p:nvSpPr>
          <p:cNvPr id="7" name="Date Placeholder 6">
            <a:extLst>
              <a:ext uri="{FF2B5EF4-FFF2-40B4-BE49-F238E27FC236}">
                <a16:creationId xmlns:a16="http://schemas.microsoft.com/office/drawing/2014/main" id="{6A6298F3-0AEC-4811-99A4-B78AE3A70B1E}"/>
              </a:ext>
            </a:extLst>
          </p:cNvPr>
          <p:cNvSpPr>
            <a:spLocks noGrp="1"/>
          </p:cNvSpPr>
          <p:nvPr>
            <p:ph type="dt" sz="half" idx="10"/>
          </p:nvPr>
        </p:nvSpPr>
        <p:spPr>
          <a:xfrm>
            <a:off x="420624" y="6217920"/>
            <a:ext cx="2743200" cy="640080"/>
          </a:xfrm>
        </p:spPr>
        <p:txBody>
          <a:bodyPr rtlCol="0"/>
          <a:lstStyle/>
          <a:p>
            <a:pPr rtl="0"/>
            <a:r>
              <a:rPr lang="en-GB"/>
              <a:t>Monday, February 1, 20XX</a:t>
            </a:r>
          </a:p>
        </p:txBody>
      </p:sp>
      <p:sp>
        <p:nvSpPr>
          <p:cNvPr id="8" name="Footer Placeholder 7">
            <a:extLst>
              <a:ext uri="{FF2B5EF4-FFF2-40B4-BE49-F238E27FC236}">
                <a16:creationId xmlns:a16="http://schemas.microsoft.com/office/drawing/2014/main" id="{AA7690B4-8A9A-4717-8B0B-2C921292656C}"/>
              </a:ext>
            </a:extLst>
          </p:cNvPr>
          <p:cNvSpPr>
            <a:spLocks noGrp="1"/>
          </p:cNvSpPr>
          <p:nvPr>
            <p:ph type="ftr" sz="quarter" idx="11"/>
          </p:nvPr>
        </p:nvSpPr>
        <p:spPr/>
        <p:txBody>
          <a:bodyPr rtlCol="0"/>
          <a:lstStyle/>
          <a:p>
            <a:pPr rtl="0"/>
            <a:r>
              <a:rPr lang="en-GB"/>
              <a:t>Sample Footer Text</a:t>
            </a:r>
          </a:p>
        </p:txBody>
      </p:sp>
      <p:sp>
        <p:nvSpPr>
          <p:cNvPr id="9" name="Slide Number Placeholder 8">
            <a:extLst>
              <a:ext uri="{FF2B5EF4-FFF2-40B4-BE49-F238E27FC236}">
                <a16:creationId xmlns:a16="http://schemas.microsoft.com/office/drawing/2014/main" id="{5328F00A-44BE-4E0A-B1CE-1FC489654F71}"/>
              </a:ext>
            </a:extLst>
          </p:cNvPr>
          <p:cNvSpPr>
            <a:spLocks noGrp="1"/>
          </p:cNvSpPr>
          <p:nvPr>
            <p:ph type="sldNum" sz="quarter" idx="12"/>
          </p:nvPr>
        </p:nvSpPr>
        <p:spPr/>
        <p:txBody>
          <a:bodyPr rtlCol="0"/>
          <a:lstStyle/>
          <a:p>
            <a:pPr rtl="0"/>
            <a:fld id="{3A4F6043-7A67-491B-98BC-F933DED7226D}" type="slidenum">
              <a:rPr lang="en-GB" smtClean="0"/>
              <a:pPr/>
              <a:t>‹#›</a:t>
            </a:fld>
            <a:endParaRPr lang="en-GB" dirty="0"/>
          </a:p>
        </p:txBody>
      </p:sp>
      <p:sp>
        <p:nvSpPr>
          <p:cNvPr id="11" name="Rectangle 10" descr="Tag=AccentColor&#10;Flavor=Light&#10;Target=Fill">
            <a:extLst>
              <a:ext uri="{FF2B5EF4-FFF2-40B4-BE49-F238E27FC236}">
                <a16:creationId xmlns:a16="http://schemas.microsoft.com/office/drawing/2014/main" id="{A53A46AB-E26C-4F66-A0B8-4CDBD5F4011C}"/>
              </a:ext>
            </a:extLst>
          </p:cNvPr>
          <p:cNvSpPr/>
          <p:nvPr userDrawn="1"/>
        </p:nvSpPr>
        <p:spPr>
          <a:xfrm rot="10800000">
            <a:off x="11494040" y="4282928"/>
            <a:ext cx="699477" cy="1898809"/>
          </a:xfrm>
          <a:prstGeom prst="rect">
            <a:avLst/>
          </a:prstGeom>
          <a:solidFill>
            <a:schemeClr val="accent1">
              <a:alpha val="25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GB" sz="3000" b="0" i="0" u="none" strike="noStrike" cap="none" spc="0" normalizeH="0" baseline="0" dirty="0">
              <a:ln>
                <a:noFill/>
              </a:ln>
              <a:solidFill>
                <a:srgbClr val="000000"/>
              </a:solidFill>
              <a:effectLst/>
              <a:uFillTx/>
              <a:latin typeface="Helvetica Neue Medium"/>
              <a:ea typeface="Helvetica Neue Medium"/>
              <a:cs typeface="Helvetica Neue Medium"/>
              <a:sym typeface="Helvetica Neue Medium"/>
            </a:endParaRPr>
          </a:p>
        </p:txBody>
      </p:sp>
      <p:cxnSp>
        <p:nvCxnSpPr>
          <p:cNvPr id="13" name="Straight Connector 12" descr="Tag=AccentColor&#10;Flavor=Light&#10;Target=Line">
            <a:extLst>
              <a:ext uri="{FF2B5EF4-FFF2-40B4-BE49-F238E27FC236}">
                <a16:creationId xmlns:a16="http://schemas.microsoft.com/office/drawing/2014/main" id="{91B558DC-6718-44D0-992F-3EF710C6A724}"/>
              </a:ext>
            </a:extLst>
          </p:cNvPr>
          <p:cNvCxnSpPr>
            <a:cxnSpLocks/>
          </p:cNvCxnSpPr>
          <p:nvPr userDrawn="1"/>
        </p:nvCxnSpPr>
        <p:spPr>
          <a:xfrm flipV="1">
            <a:off x="11496184"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5" name="Straight Connector 14" descr="Tag=AccentColor&#10;Flavor=Light&#10;Target=Line">
            <a:extLst>
              <a:ext uri="{FF2B5EF4-FFF2-40B4-BE49-F238E27FC236}">
                <a16:creationId xmlns:a16="http://schemas.microsoft.com/office/drawing/2014/main" id="{8957C00F-B052-4CA9-BD41-08B7B9AD5056}"/>
              </a:ext>
            </a:extLst>
          </p:cNvPr>
          <p:cNvCxnSpPr>
            <a:cxnSpLocks/>
          </p:cNvCxnSpPr>
          <p:nvPr userDrawn="1"/>
        </p:nvCxnSpPr>
        <p:spPr>
          <a:xfrm>
            <a:off x="1524" y="6172200"/>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30583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1_Content 3 column">
    <p:spTree>
      <p:nvGrpSpPr>
        <p:cNvPr id="1" name=""/>
        <p:cNvGrpSpPr/>
        <p:nvPr/>
      </p:nvGrpSpPr>
      <p:grpSpPr>
        <a:xfrm>
          <a:off x="0" y="0"/>
          <a:ext cx="0" cy="0"/>
          <a:chOff x="0" y="0"/>
          <a:chExt cx="0" cy="0"/>
        </a:xfrm>
      </p:grpSpPr>
      <p:sp>
        <p:nvSpPr>
          <p:cNvPr id="22" name="Rectangle 21" descr="Tag=AccentColor&#10;Flavor=Light&#10;Target=Fill">
            <a:extLst>
              <a:ext uri="{FF2B5EF4-FFF2-40B4-BE49-F238E27FC236}">
                <a16:creationId xmlns:a16="http://schemas.microsoft.com/office/drawing/2014/main" id="{3065995A-ADFA-424E-8E79-060CD9CD1880}"/>
              </a:ext>
            </a:extLst>
          </p:cNvPr>
          <p:cNvSpPr/>
          <p:nvPr userDrawn="1"/>
        </p:nvSpPr>
        <p:spPr>
          <a:xfrm rot="10800000">
            <a:off x="11492523" y="0"/>
            <a:ext cx="699477" cy="1898809"/>
          </a:xfrm>
          <a:prstGeom prst="rect">
            <a:avLst/>
          </a:prstGeom>
          <a:solidFill>
            <a:schemeClr val="accent1">
              <a:alpha val="25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GB" sz="3000" b="0" i="0" u="none" strike="noStrike" cap="none" spc="0" normalizeH="0" baseline="0" dirty="0">
              <a:ln>
                <a:noFill/>
              </a:ln>
              <a:solidFill>
                <a:srgbClr val="000000"/>
              </a:solidFill>
              <a:effectLst/>
              <a:uFillTx/>
              <a:latin typeface="Helvetica Neue Medium"/>
              <a:ea typeface="Helvetica Neue Medium"/>
              <a:cs typeface="Helvetica Neue Medium"/>
              <a:sym typeface="Helvetica Neue Medium"/>
            </a:endParaRPr>
          </a:p>
        </p:txBody>
      </p:sp>
      <p:sp>
        <p:nvSpPr>
          <p:cNvPr id="2" name="Title 1">
            <a:extLst>
              <a:ext uri="{FF2B5EF4-FFF2-40B4-BE49-F238E27FC236}">
                <a16:creationId xmlns:a16="http://schemas.microsoft.com/office/drawing/2014/main" id="{472F9955-0460-4A20-8FC6-300595560010}"/>
              </a:ext>
            </a:extLst>
          </p:cNvPr>
          <p:cNvSpPr>
            <a:spLocks noGrp="1"/>
          </p:cNvSpPr>
          <p:nvPr>
            <p:ph type="title"/>
          </p:nvPr>
        </p:nvSpPr>
        <p:spPr>
          <a:xfrm>
            <a:off x="420624" y="365125"/>
            <a:ext cx="10543032" cy="1325563"/>
          </a:xfrm>
        </p:spPr>
        <p:txBody>
          <a:bodyPr rtlCol="0">
            <a:normAutofit/>
          </a:bodyPr>
          <a:lstStyle>
            <a:lvl1pPr>
              <a:defRPr sz="5200"/>
            </a:lvl1pPr>
          </a:lstStyle>
          <a:p>
            <a:pPr rtl="0"/>
            <a:r>
              <a:rPr lang="en-GB"/>
              <a:t>Click to edit Master title style</a:t>
            </a:r>
            <a:endParaRPr lang="en-GB" dirty="0"/>
          </a:p>
        </p:txBody>
      </p:sp>
      <p:sp>
        <p:nvSpPr>
          <p:cNvPr id="3" name="Text Placeholder 2">
            <a:extLst>
              <a:ext uri="{FF2B5EF4-FFF2-40B4-BE49-F238E27FC236}">
                <a16:creationId xmlns:a16="http://schemas.microsoft.com/office/drawing/2014/main" id="{BF95DDA7-4AAD-4EBE-880C-200E5F10A6C4}"/>
              </a:ext>
            </a:extLst>
          </p:cNvPr>
          <p:cNvSpPr>
            <a:spLocks noGrp="1"/>
          </p:cNvSpPr>
          <p:nvPr>
            <p:ph type="body" idx="1"/>
          </p:nvPr>
        </p:nvSpPr>
        <p:spPr>
          <a:xfrm>
            <a:off x="420624" y="1681163"/>
            <a:ext cx="3291840" cy="823912"/>
          </a:xfrm>
        </p:spPr>
        <p:txBody>
          <a:bodyPr rtlCol="0" anchor="b">
            <a:normAutofit/>
          </a:bodyPr>
          <a:lstStyle>
            <a:lvl1pPr marL="0" indent="0">
              <a:buNone/>
              <a:defRPr sz="3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a:t>Click to edit Master text styles</a:t>
            </a:r>
          </a:p>
        </p:txBody>
      </p:sp>
      <p:sp>
        <p:nvSpPr>
          <p:cNvPr id="4" name="Content Placeholder 3">
            <a:extLst>
              <a:ext uri="{FF2B5EF4-FFF2-40B4-BE49-F238E27FC236}">
                <a16:creationId xmlns:a16="http://schemas.microsoft.com/office/drawing/2014/main" id="{F9717496-E470-4CF6-884C-F07390A4688A}"/>
              </a:ext>
            </a:extLst>
          </p:cNvPr>
          <p:cNvSpPr>
            <a:spLocks noGrp="1"/>
          </p:cNvSpPr>
          <p:nvPr>
            <p:ph sz="half" idx="2"/>
          </p:nvPr>
        </p:nvSpPr>
        <p:spPr>
          <a:xfrm>
            <a:off x="420624" y="2505075"/>
            <a:ext cx="3291840" cy="3526932"/>
          </a:xfrm>
        </p:spPr>
        <p:txBody>
          <a:bodyPr rtlCol="0">
            <a:normAutofit/>
          </a:bodyPr>
          <a:lstStyle>
            <a:lvl1pPr>
              <a:lnSpc>
                <a:spcPts val="2100"/>
              </a:lnSpc>
              <a:spcBef>
                <a:spcPts val="1000"/>
              </a:spcBef>
              <a:defRPr sz="1800"/>
            </a:lvl1pPr>
            <a:lvl2pPr>
              <a:lnSpc>
                <a:spcPts val="2100"/>
              </a:lnSpc>
              <a:spcBef>
                <a:spcPts val="1000"/>
              </a:spcBef>
              <a:defRPr sz="1800"/>
            </a:lvl2pPr>
            <a:lvl3pPr>
              <a:lnSpc>
                <a:spcPts val="2100"/>
              </a:lnSpc>
              <a:spcBef>
                <a:spcPts val="1000"/>
              </a:spcBef>
              <a:defRPr sz="1400"/>
            </a:lvl3pPr>
            <a:lvl4pPr>
              <a:lnSpc>
                <a:spcPts val="2100"/>
              </a:lnSpc>
              <a:spcBef>
                <a:spcPts val="1000"/>
              </a:spcBef>
              <a:defRPr sz="1200"/>
            </a:lvl4pPr>
            <a:lvl5pPr>
              <a:lnSpc>
                <a:spcPts val="2100"/>
              </a:lnSpc>
              <a:spcBef>
                <a:spcPts val="1000"/>
              </a:spcBef>
              <a:defRPr sz="1100"/>
            </a:lvl5pPr>
          </a:lstStyle>
          <a:p>
            <a:pPr lvl="0" rtl="0"/>
            <a:r>
              <a:rPr lang="en-GB"/>
              <a:t>Click to edit Master text styles</a:t>
            </a:r>
          </a:p>
          <a:p>
            <a:pPr lvl="1" rtl="0"/>
            <a:r>
              <a:rPr lang="en-GB"/>
              <a:t>Second level</a:t>
            </a:r>
          </a:p>
          <a:p>
            <a:pPr lvl="2" rtl="0"/>
            <a:r>
              <a:rPr lang="en-GB"/>
              <a:t>Third level</a:t>
            </a:r>
          </a:p>
          <a:p>
            <a:pPr lvl="3" rtl="0"/>
            <a:r>
              <a:rPr lang="en-GB"/>
              <a:t>Fourth level</a:t>
            </a:r>
          </a:p>
          <a:p>
            <a:pPr lvl="4" rtl="0"/>
            <a:r>
              <a:rPr lang="en-GB"/>
              <a:t>Fifth level</a:t>
            </a:r>
            <a:endParaRPr lang="en-GB" dirty="0"/>
          </a:p>
        </p:txBody>
      </p:sp>
      <p:sp>
        <p:nvSpPr>
          <p:cNvPr id="5" name="Text Placeholder 4">
            <a:extLst>
              <a:ext uri="{FF2B5EF4-FFF2-40B4-BE49-F238E27FC236}">
                <a16:creationId xmlns:a16="http://schemas.microsoft.com/office/drawing/2014/main" id="{F8C438EA-D381-4F22-A911-ECDD6D04FB33}"/>
              </a:ext>
            </a:extLst>
          </p:cNvPr>
          <p:cNvSpPr>
            <a:spLocks noGrp="1"/>
          </p:cNvSpPr>
          <p:nvPr>
            <p:ph type="body" sz="quarter" idx="3"/>
          </p:nvPr>
        </p:nvSpPr>
        <p:spPr>
          <a:xfrm>
            <a:off x="4073651" y="1690688"/>
            <a:ext cx="3291840" cy="823912"/>
          </a:xfrm>
        </p:spPr>
        <p:txBody>
          <a:bodyPr rtlCol="0" anchor="b">
            <a:normAutofit/>
          </a:bodyPr>
          <a:lstStyle>
            <a:lvl1pPr marL="0" indent="0">
              <a:buNone/>
              <a:defRPr sz="3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a:t>Click to edit Master text styles</a:t>
            </a:r>
          </a:p>
        </p:txBody>
      </p:sp>
      <p:sp>
        <p:nvSpPr>
          <p:cNvPr id="6" name="Content Placeholder 5">
            <a:extLst>
              <a:ext uri="{FF2B5EF4-FFF2-40B4-BE49-F238E27FC236}">
                <a16:creationId xmlns:a16="http://schemas.microsoft.com/office/drawing/2014/main" id="{93F255FA-A04D-49F2-8DB4-3CC082D0DBC8}"/>
              </a:ext>
            </a:extLst>
          </p:cNvPr>
          <p:cNvSpPr>
            <a:spLocks noGrp="1"/>
          </p:cNvSpPr>
          <p:nvPr>
            <p:ph sz="quarter" idx="4"/>
          </p:nvPr>
        </p:nvSpPr>
        <p:spPr>
          <a:xfrm>
            <a:off x="4073651" y="2514600"/>
            <a:ext cx="3291840" cy="3526932"/>
          </a:xfrm>
        </p:spPr>
        <p:txBody>
          <a:bodyPr rtlCol="0">
            <a:normAutofit/>
          </a:bodyPr>
          <a:lstStyle>
            <a:lvl1pPr>
              <a:lnSpc>
                <a:spcPts val="2100"/>
              </a:lnSpc>
              <a:spcBef>
                <a:spcPts val="1000"/>
              </a:spcBef>
              <a:defRPr sz="1800"/>
            </a:lvl1pPr>
            <a:lvl2pPr>
              <a:lnSpc>
                <a:spcPts val="2100"/>
              </a:lnSpc>
              <a:spcBef>
                <a:spcPts val="1000"/>
              </a:spcBef>
              <a:defRPr sz="1800"/>
            </a:lvl2pPr>
            <a:lvl3pPr>
              <a:lnSpc>
                <a:spcPts val="2100"/>
              </a:lnSpc>
              <a:spcBef>
                <a:spcPts val="1000"/>
              </a:spcBef>
              <a:defRPr sz="1400"/>
            </a:lvl3pPr>
            <a:lvl4pPr>
              <a:lnSpc>
                <a:spcPts val="2100"/>
              </a:lnSpc>
              <a:spcBef>
                <a:spcPts val="1000"/>
              </a:spcBef>
              <a:defRPr sz="1200"/>
            </a:lvl4pPr>
            <a:lvl5pPr>
              <a:lnSpc>
                <a:spcPts val="2100"/>
              </a:lnSpc>
              <a:spcBef>
                <a:spcPts val="1000"/>
              </a:spcBef>
              <a:defRPr sz="1100"/>
            </a:lvl5pPr>
          </a:lstStyle>
          <a:p>
            <a:pPr lvl="0" rtl="0"/>
            <a:r>
              <a:rPr lang="en-GB"/>
              <a:t>Click to edit Master text styles</a:t>
            </a:r>
          </a:p>
          <a:p>
            <a:pPr lvl="1" rtl="0"/>
            <a:r>
              <a:rPr lang="en-GB"/>
              <a:t>Second level</a:t>
            </a:r>
          </a:p>
          <a:p>
            <a:pPr lvl="2" rtl="0"/>
            <a:r>
              <a:rPr lang="en-GB"/>
              <a:t>Third level</a:t>
            </a:r>
          </a:p>
          <a:p>
            <a:pPr lvl="3" rtl="0"/>
            <a:r>
              <a:rPr lang="en-GB"/>
              <a:t>Fourth level</a:t>
            </a:r>
          </a:p>
          <a:p>
            <a:pPr lvl="4" rtl="0"/>
            <a:r>
              <a:rPr lang="en-GB"/>
              <a:t>Fifth level</a:t>
            </a:r>
          </a:p>
        </p:txBody>
      </p:sp>
      <p:sp>
        <p:nvSpPr>
          <p:cNvPr id="7" name="Date Placeholder 6">
            <a:extLst>
              <a:ext uri="{FF2B5EF4-FFF2-40B4-BE49-F238E27FC236}">
                <a16:creationId xmlns:a16="http://schemas.microsoft.com/office/drawing/2014/main" id="{6A6298F3-0AEC-4811-99A4-B78AE3A70B1E}"/>
              </a:ext>
            </a:extLst>
          </p:cNvPr>
          <p:cNvSpPr>
            <a:spLocks noGrp="1"/>
          </p:cNvSpPr>
          <p:nvPr>
            <p:ph type="dt" sz="half" idx="10"/>
          </p:nvPr>
        </p:nvSpPr>
        <p:spPr>
          <a:xfrm>
            <a:off x="420624" y="6217920"/>
            <a:ext cx="2743200" cy="640080"/>
          </a:xfrm>
        </p:spPr>
        <p:txBody>
          <a:bodyPr rtlCol="0"/>
          <a:lstStyle/>
          <a:p>
            <a:pPr rtl="0"/>
            <a:r>
              <a:rPr lang="en-GB"/>
              <a:t>Monday, February 1, 20XX</a:t>
            </a:r>
          </a:p>
        </p:txBody>
      </p:sp>
      <p:sp>
        <p:nvSpPr>
          <p:cNvPr id="8" name="Footer Placeholder 7">
            <a:extLst>
              <a:ext uri="{FF2B5EF4-FFF2-40B4-BE49-F238E27FC236}">
                <a16:creationId xmlns:a16="http://schemas.microsoft.com/office/drawing/2014/main" id="{AA7690B4-8A9A-4717-8B0B-2C921292656C}"/>
              </a:ext>
            </a:extLst>
          </p:cNvPr>
          <p:cNvSpPr>
            <a:spLocks noGrp="1"/>
          </p:cNvSpPr>
          <p:nvPr>
            <p:ph type="ftr" sz="quarter" idx="11"/>
          </p:nvPr>
        </p:nvSpPr>
        <p:spPr/>
        <p:txBody>
          <a:bodyPr rtlCol="0"/>
          <a:lstStyle/>
          <a:p>
            <a:pPr rtl="0"/>
            <a:r>
              <a:rPr lang="en-GB"/>
              <a:t>Sample Footer Text</a:t>
            </a:r>
          </a:p>
        </p:txBody>
      </p:sp>
      <p:sp>
        <p:nvSpPr>
          <p:cNvPr id="9" name="Slide Number Placeholder 8">
            <a:extLst>
              <a:ext uri="{FF2B5EF4-FFF2-40B4-BE49-F238E27FC236}">
                <a16:creationId xmlns:a16="http://schemas.microsoft.com/office/drawing/2014/main" id="{5328F00A-44BE-4E0A-B1CE-1FC489654F71}"/>
              </a:ext>
            </a:extLst>
          </p:cNvPr>
          <p:cNvSpPr>
            <a:spLocks noGrp="1"/>
          </p:cNvSpPr>
          <p:nvPr>
            <p:ph type="sldNum" sz="quarter" idx="12"/>
          </p:nvPr>
        </p:nvSpPr>
        <p:spPr/>
        <p:txBody>
          <a:bodyPr rtlCol="0"/>
          <a:lstStyle/>
          <a:p>
            <a:pPr rtl="0"/>
            <a:fld id="{3A4F6043-7A67-491B-98BC-F933DED7226D}" type="slidenum">
              <a:rPr lang="en-GB" smtClean="0"/>
              <a:pPr/>
              <a:t>‹#›</a:t>
            </a:fld>
            <a:endParaRPr lang="en-GB" dirty="0"/>
          </a:p>
        </p:txBody>
      </p:sp>
      <p:cxnSp>
        <p:nvCxnSpPr>
          <p:cNvPr id="12" name="Straight Connector 11" descr="Tag=AccentColor&#10;Flavor=Light&#10;Target=Line">
            <a:extLst>
              <a:ext uri="{FF2B5EF4-FFF2-40B4-BE49-F238E27FC236}">
                <a16:creationId xmlns:a16="http://schemas.microsoft.com/office/drawing/2014/main" id="{D0520DAB-C1D4-4D6C-A6DC-D7EC7DD52AD9}"/>
              </a:ext>
            </a:extLst>
          </p:cNvPr>
          <p:cNvCxnSpPr>
            <a:cxnSpLocks/>
          </p:cNvCxnSpPr>
          <p:nvPr userDrawn="1"/>
        </p:nvCxnSpPr>
        <p:spPr>
          <a:xfrm flipV="1">
            <a:off x="11496184"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8" name="Straight Connector 17" descr="Tag=AccentColor&#10;Flavor=Light&#10;Target=Line">
            <a:extLst>
              <a:ext uri="{FF2B5EF4-FFF2-40B4-BE49-F238E27FC236}">
                <a16:creationId xmlns:a16="http://schemas.microsoft.com/office/drawing/2014/main" id="{C30EEEA8-859F-4EA5-BF79-BCCA444C5E96}"/>
              </a:ext>
            </a:extLst>
          </p:cNvPr>
          <p:cNvCxnSpPr>
            <a:cxnSpLocks/>
          </p:cNvCxnSpPr>
          <p:nvPr userDrawn="1"/>
        </p:nvCxnSpPr>
        <p:spPr>
          <a:xfrm>
            <a:off x="1524" y="6172200"/>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sp>
        <p:nvSpPr>
          <p:cNvPr id="19" name="Text Placeholder 4">
            <a:extLst>
              <a:ext uri="{FF2B5EF4-FFF2-40B4-BE49-F238E27FC236}">
                <a16:creationId xmlns:a16="http://schemas.microsoft.com/office/drawing/2014/main" id="{EA948393-0FB5-4969-8C1D-8D80A6884EF1}"/>
              </a:ext>
            </a:extLst>
          </p:cNvPr>
          <p:cNvSpPr>
            <a:spLocks noGrp="1"/>
          </p:cNvSpPr>
          <p:nvPr>
            <p:ph type="body" sz="quarter" idx="13"/>
          </p:nvPr>
        </p:nvSpPr>
        <p:spPr>
          <a:xfrm>
            <a:off x="7726679" y="1681163"/>
            <a:ext cx="3291840" cy="823912"/>
          </a:xfrm>
        </p:spPr>
        <p:txBody>
          <a:bodyPr rtlCol="0" anchor="b">
            <a:normAutofit/>
          </a:bodyPr>
          <a:lstStyle>
            <a:lvl1pPr marL="0" indent="0">
              <a:buNone/>
              <a:defRPr sz="3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a:t>Click to edit Master text styles</a:t>
            </a:r>
          </a:p>
        </p:txBody>
      </p:sp>
      <p:sp>
        <p:nvSpPr>
          <p:cNvPr id="20" name="Content Placeholder 5">
            <a:extLst>
              <a:ext uri="{FF2B5EF4-FFF2-40B4-BE49-F238E27FC236}">
                <a16:creationId xmlns:a16="http://schemas.microsoft.com/office/drawing/2014/main" id="{4ACFC3A6-17FC-4040-AC3E-76E9975C5A16}"/>
              </a:ext>
            </a:extLst>
          </p:cNvPr>
          <p:cNvSpPr>
            <a:spLocks noGrp="1"/>
          </p:cNvSpPr>
          <p:nvPr>
            <p:ph sz="quarter" idx="14"/>
          </p:nvPr>
        </p:nvSpPr>
        <p:spPr>
          <a:xfrm>
            <a:off x="7726679" y="2505075"/>
            <a:ext cx="3291840" cy="3526932"/>
          </a:xfrm>
        </p:spPr>
        <p:txBody>
          <a:bodyPr rtlCol="0">
            <a:normAutofit/>
          </a:bodyPr>
          <a:lstStyle>
            <a:lvl1pPr>
              <a:lnSpc>
                <a:spcPts val="2100"/>
              </a:lnSpc>
              <a:spcBef>
                <a:spcPts val="1000"/>
              </a:spcBef>
              <a:defRPr sz="1800"/>
            </a:lvl1pPr>
            <a:lvl2pPr>
              <a:lnSpc>
                <a:spcPts val="2100"/>
              </a:lnSpc>
              <a:spcBef>
                <a:spcPts val="1000"/>
              </a:spcBef>
              <a:defRPr sz="1800"/>
            </a:lvl2pPr>
            <a:lvl3pPr>
              <a:lnSpc>
                <a:spcPts val="2100"/>
              </a:lnSpc>
              <a:spcBef>
                <a:spcPts val="1000"/>
              </a:spcBef>
              <a:defRPr sz="1400"/>
            </a:lvl3pPr>
            <a:lvl4pPr>
              <a:lnSpc>
                <a:spcPts val="2100"/>
              </a:lnSpc>
              <a:spcBef>
                <a:spcPts val="1000"/>
              </a:spcBef>
              <a:defRPr sz="1200"/>
            </a:lvl4pPr>
            <a:lvl5pPr>
              <a:lnSpc>
                <a:spcPts val="2100"/>
              </a:lnSpc>
              <a:spcBef>
                <a:spcPts val="1000"/>
              </a:spcBef>
              <a:defRPr sz="1100"/>
            </a:lvl5pPr>
          </a:lstStyle>
          <a:p>
            <a:pPr lvl="0" rtl="0"/>
            <a:r>
              <a:rPr lang="en-GB"/>
              <a:t>Click to edit Master text styles</a:t>
            </a:r>
          </a:p>
          <a:p>
            <a:pPr lvl="1" rtl="0"/>
            <a:r>
              <a:rPr lang="en-GB"/>
              <a:t>Second level</a:t>
            </a:r>
          </a:p>
          <a:p>
            <a:pPr lvl="2" rtl="0"/>
            <a:r>
              <a:rPr lang="en-GB"/>
              <a:t>Third level</a:t>
            </a:r>
          </a:p>
          <a:p>
            <a:pPr lvl="3" rtl="0"/>
            <a:r>
              <a:rPr lang="en-GB"/>
              <a:t>Fourth level</a:t>
            </a:r>
          </a:p>
          <a:p>
            <a:pPr lvl="4" rtl="0"/>
            <a:r>
              <a:rPr lang="en-GB"/>
              <a:t>Fifth level</a:t>
            </a:r>
          </a:p>
        </p:txBody>
      </p:sp>
    </p:spTree>
    <p:extLst>
      <p:ext uri="{BB962C8B-B14F-4D97-AF65-F5344CB8AC3E}">
        <p14:creationId xmlns:p14="http://schemas.microsoft.com/office/powerpoint/2010/main" val="16434003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2_Summary">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7BDB087A-3DA7-4017-A5B1-F130DC91FB35}"/>
              </a:ext>
              <a:ext uri="{C183D7F6-B498-43B3-948B-1728B52AA6E4}">
                <adec:decorative xmlns:adec="http://schemas.microsoft.com/office/drawing/2017/decorative" val="1"/>
              </a:ext>
            </a:extLst>
          </p:cNvPr>
          <p:cNvSpPr/>
          <p:nvPr userDrawn="1"/>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rtl="0"/>
            <a:endParaRPr lang="en-GB" dirty="0"/>
          </a:p>
        </p:txBody>
      </p:sp>
      <p:sp>
        <p:nvSpPr>
          <p:cNvPr id="7" name="Rectangle 6">
            <a:extLst>
              <a:ext uri="{FF2B5EF4-FFF2-40B4-BE49-F238E27FC236}">
                <a16:creationId xmlns:a16="http://schemas.microsoft.com/office/drawing/2014/main" id="{BAF5A401-D6B7-4962-876B-5DB5840E4F93}"/>
              </a:ext>
              <a:ext uri="{C183D7F6-B498-43B3-948B-1728B52AA6E4}">
                <adec:decorative xmlns:adec="http://schemas.microsoft.com/office/drawing/2017/decorative" val="1"/>
              </a:ext>
            </a:extLst>
          </p:cNvPr>
          <p:cNvSpPr/>
          <p:nvPr userDrawn="1"/>
        </p:nvSpPr>
        <p:spPr>
          <a:xfrm>
            <a:off x="1446276" y="685800"/>
            <a:ext cx="107442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8" name="Title 1">
            <a:extLst>
              <a:ext uri="{FF2B5EF4-FFF2-40B4-BE49-F238E27FC236}">
                <a16:creationId xmlns:a16="http://schemas.microsoft.com/office/drawing/2014/main" id="{9B907326-D737-439C-9190-476F49A50994}"/>
              </a:ext>
            </a:extLst>
          </p:cNvPr>
          <p:cNvSpPr>
            <a:spLocks noGrp="1"/>
          </p:cNvSpPr>
          <p:nvPr>
            <p:ph type="title"/>
          </p:nvPr>
        </p:nvSpPr>
        <p:spPr>
          <a:xfrm>
            <a:off x="422145" y="539496"/>
            <a:ext cx="4907908" cy="2640432"/>
          </a:xfrm>
        </p:spPr>
        <p:txBody>
          <a:bodyPr rtlCol="0" anchor="t">
            <a:normAutofit/>
          </a:bodyPr>
          <a:lstStyle/>
          <a:p>
            <a:pPr rtl="0"/>
            <a:r>
              <a:rPr lang="en-GB" sz="4800">
                <a:solidFill>
                  <a:schemeClr val="tx1"/>
                </a:solidFill>
              </a:rPr>
              <a:t>Click to edit Master title style</a:t>
            </a:r>
            <a:endParaRPr lang="en-GB" sz="4800" dirty="0">
              <a:solidFill>
                <a:schemeClr val="tx1"/>
              </a:solidFill>
            </a:endParaRPr>
          </a:p>
        </p:txBody>
      </p:sp>
      <p:sp>
        <p:nvSpPr>
          <p:cNvPr id="9" name="Content Placeholder 2">
            <a:extLst>
              <a:ext uri="{FF2B5EF4-FFF2-40B4-BE49-F238E27FC236}">
                <a16:creationId xmlns:a16="http://schemas.microsoft.com/office/drawing/2014/main" id="{00B68F67-401D-47DB-8256-A99FC6E99F6C}"/>
              </a:ext>
            </a:extLst>
          </p:cNvPr>
          <p:cNvSpPr>
            <a:spLocks noGrp="1"/>
          </p:cNvSpPr>
          <p:nvPr>
            <p:ph idx="1"/>
          </p:nvPr>
        </p:nvSpPr>
        <p:spPr>
          <a:xfrm>
            <a:off x="5583401" y="539496"/>
            <a:ext cx="4956417" cy="2640432"/>
          </a:xfrm>
        </p:spPr>
        <p:txBody>
          <a:bodyPr rtlCol="0" anchor="t" anchorCtr="0">
            <a:normAutofit/>
          </a:bodyPr>
          <a:lstStyle>
            <a:lvl1pPr marL="0" indent="0">
              <a:buNone/>
              <a:defRPr/>
            </a:lvl1pPr>
          </a:lstStyle>
          <a:p>
            <a:pPr lvl="0" rtl="0">
              <a:lnSpc>
                <a:spcPts val="2800"/>
              </a:lnSpc>
            </a:pPr>
            <a:r>
              <a:rPr lang="en-GB" sz="1800">
                <a:solidFill>
                  <a:schemeClr val="tx1"/>
                </a:solidFill>
              </a:rPr>
              <a:t>Click to edit Master text styles</a:t>
            </a:r>
          </a:p>
        </p:txBody>
      </p:sp>
      <p:sp>
        <p:nvSpPr>
          <p:cNvPr id="15" name="Picture Placeholder 14">
            <a:extLst>
              <a:ext uri="{FF2B5EF4-FFF2-40B4-BE49-F238E27FC236}">
                <a16:creationId xmlns:a16="http://schemas.microsoft.com/office/drawing/2014/main" id="{7F752DB1-6A0B-4783-9C40-800940EAFCFE}"/>
              </a:ext>
            </a:extLst>
          </p:cNvPr>
          <p:cNvSpPr>
            <a:spLocks noGrp="1"/>
          </p:cNvSpPr>
          <p:nvPr>
            <p:ph type="pic" sz="quarter" idx="13"/>
          </p:nvPr>
        </p:nvSpPr>
        <p:spPr>
          <a:xfrm>
            <a:off x="420624" y="3355848"/>
            <a:ext cx="5230368" cy="2816352"/>
          </a:xfrm>
          <a:solidFill>
            <a:schemeClr val="accent3"/>
          </a:solidFill>
        </p:spPr>
        <p:txBody>
          <a:bodyPr rtlCol="0"/>
          <a:lstStyle/>
          <a:p>
            <a:pPr rtl="0"/>
            <a:r>
              <a:rPr lang="en-GB"/>
              <a:t>Click icon to add picture</a:t>
            </a:r>
            <a:endParaRPr lang="en-GB" dirty="0"/>
          </a:p>
        </p:txBody>
      </p:sp>
      <p:sp>
        <p:nvSpPr>
          <p:cNvPr id="16" name="Picture Placeholder 14">
            <a:extLst>
              <a:ext uri="{FF2B5EF4-FFF2-40B4-BE49-F238E27FC236}">
                <a16:creationId xmlns:a16="http://schemas.microsoft.com/office/drawing/2014/main" id="{4F09D8BB-76EC-4BB5-8860-21FBB2990A2D}"/>
              </a:ext>
            </a:extLst>
          </p:cNvPr>
          <p:cNvSpPr>
            <a:spLocks noGrp="1"/>
          </p:cNvSpPr>
          <p:nvPr>
            <p:ph type="pic" sz="quarter" idx="14"/>
          </p:nvPr>
        </p:nvSpPr>
        <p:spPr>
          <a:xfrm>
            <a:off x="5650992" y="3355848"/>
            <a:ext cx="5843016" cy="2816352"/>
          </a:xfrm>
          <a:solidFill>
            <a:schemeClr val="accent3"/>
          </a:solidFill>
        </p:spPr>
        <p:txBody>
          <a:bodyPr rtlCol="0"/>
          <a:lstStyle/>
          <a:p>
            <a:pPr rtl="0"/>
            <a:r>
              <a:rPr lang="en-GB"/>
              <a:t>Click icon to add picture</a:t>
            </a:r>
            <a:endParaRPr lang="en-GB" dirty="0"/>
          </a:p>
        </p:txBody>
      </p:sp>
      <p:sp>
        <p:nvSpPr>
          <p:cNvPr id="2" name="Date Placeholder 1">
            <a:extLst>
              <a:ext uri="{FF2B5EF4-FFF2-40B4-BE49-F238E27FC236}">
                <a16:creationId xmlns:a16="http://schemas.microsoft.com/office/drawing/2014/main" id="{EE562BDD-CBFF-4046-A6B2-A9ECCB7EA144}"/>
              </a:ext>
            </a:extLst>
          </p:cNvPr>
          <p:cNvSpPr>
            <a:spLocks noGrp="1"/>
          </p:cNvSpPr>
          <p:nvPr>
            <p:ph type="dt" sz="half" idx="10"/>
          </p:nvPr>
        </p:nvSpPr>
        <p:spPr/>
        <p:txBody>
          <a:bodyPr rtlCol="0"/>
          <a:lstStyle/>
          <a:p>
            <a:pPr rtl="0"/>
            <a:r>
              <a:rPr lang="en-GB"/>
              <a:t>Monday, February 1, 20XX</a:t>
            </a:r>
          </a:p>
        </p:txBody>
      </p:sp>
      <p:sp>
        <p:nvSpPr>
          <p:cNvPr id="3" name="Footer Placeholder 2">
            <a:extLst>
              <a:ext uri="{FF2B5EF4-FFF2-40B4-BE49-F238E27FC236}">
                <a16:creationId xmlns:a16="http://schemas.microsoft.com/office/drawing/2014/main" id="{4690B5F6-6C28-4A86-AFD0-D7F93D461945}"/>
              </a:ext>
            </a:extLst>
          </p:cNvPr>
          <p:cNvSpPr>
            <a:spLocks noGrp="1"/>
          </p:cNvSpPr>
          <p:nvPr>
            <p:ph type="ftr" sz="quarter" idx="11"/>
          </p:nvPr>
        </p:nvSpPr>
        <p:spPr/>
        <p:txBody>
          <a:bodyPr rtlCol="0"/>
          <a:lstStyle/>
          <a:p>
            <a:pPr rtl="0"/>
            <a:r>
              <a:rPr lang="en-GB"/>
              <a:t>Sample Footer Text</a:t>
            </a:r>
          </a:p>
        </p:txBody>
      </p:sp>
      <p:sp>
        <p:nvSpPr>
          <p:cNvPr id="4" name="Slide Number Placeholder 3">
            <a:extLst>
              <a:ext uri="{FF2B5EF4-FFF2-40B4-BE49-F238E27FC236}">
                <a16:creationId xmlns:a16="http://schemas.microsoft.com/office/drawing/2014/main" id="{75910D5C-1634-451B-8D99-4D47EB3A11E7}"/>
              </a:ext>
            </a:extLst>
          </p:cNvPr>
          <p:cNvSpPr>
            <a:spLocks noGrp="1"/>
          </p:cNvSpPr>
          <p:nvPr>
            <p:ph type="sldNum" sz="quarter" idx="12"/>
          </p:nvPr>
        </p:nvSpPr>
        <p:spPr/>
        <p:txBody>
          <a:bodyPr rtlCol="0"/>
          <a:lstStyle/>
          <a:p>
            <a:pPr rtl="0"/>
            <a:fld id="{3A4F6043-7A67-491B-98BC-F933DED7226D}" type="slidenum">
              <a:rPr lang="en-GB" smtClean="0"/>
              <a:pPr/>
              <a:t>‹#›</a:t>
            </a:fld>
            <a:endParaRPr lang="en-GB" dirty="0"/>
          </a:p>
        </p:txBody>
      </p:sp>
      <p:sp>
        <p:nvSpPr>
          <p:cNvPr id="6" name="Rectangle 5">
            <a:extLst>
              <a:ext uri="{FF2B5EF4-FFF2-40B4-BE49-F238E27FC236}">
                <a16:creationId xmlns:a16="http://schemas.microsoft.com/office/drawing/2014/main" id="{CCADA8C2-1E19-4FCB-8656-240C92CFB7B1}"/>
              </a:ext>
              <a:ext uri="{C183D7F6-B498-43B3-948B-1728B52AA6E4}">
                <adec:decorative xmlns:adec="http://schemas.microsoft.com/office/drawing/2017/decorative" val="1"/>
              </a:ext>
            </a:extLst>
          </p:cNvPr>
          <p:cNvSpPr/>
          <p:nvPr userDrawn="1"/>
        </p:nvSpPr>
        <p:spPr>
          <a:xfrm rot="10800000">
            <a:off x="-1" y="3352062"/>
            <a:ext cx="413642" cy="2820137"/>
          </a:xfrm>
          <a:prstGeom prst="rect">
            <a:avLst/>
          </a:prstGeom>
          <a:solidFill>
            <a:schemeClr val="accent1">
              <a:alpha val="25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GB" sz="3000" b="0" i="0" u="none" strike="noStrike" cap="none" spc="0" normalizeH="0" baseline="0" dirty="0">
              <a:ln>
                <a:noFill/>
              </a:ln>
              <a:solidFill>
                <a:srgbClr val="000000"/>
              </a:solidFill>
              <a:effectLst/>
              <a:uFillTx/>
              <a:latin typeface="Helvetica Neue Medium"/>
              <a:ea typeface="Helvetica Neue Medium"/>
              <a:cs typeface="Helvetica Neue Medium"/>
              <a:sym typeface="Helvetica Neue Medium"/>
            </a:endParaRPr>
          </a:p>
        </p:txBody>
      </p:sp>
      <p:cxnSp>
        <p:nvCxnSpPr>
          <p:cNvPr id="12" name="Straight Connector 11">
            <a:extLst>
              <a:ext uri="{FF2B5EF4-FFF2-40B4-BE49-F238E27FC236}">
                <a16:creationId xmlns:a16="http://schemas.microsoft.com/office/drawing/2014/main" id="{CBF1133D-7CCD-4CD4-B2BA-F05FAE174248}"/>
              </a:ext>
              <a:ext uri="{C183D7F6-B498-43B3-948B-1728B52AA6E4}">
                <adec:decorative xmlns:adec="http://schemas.microsoft.com/office/drawing/2017/decorative" val="1"/>
              </a:ext>
            </a:extLst>
          </p:cNvPr>
          <p:cNvCxnSpPr>
            <a:cxnSpLocks/>
          </p:cNvCxnSpPr>
          <p:nvPr userDrawn="1"/>
        </p:nvCxnSpPr>
        <p:spPr>
          <a:xfrm flipV="1">
            <a:off x="11496184"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0B2B0F32-F444-4A9F-8575-96F5D13E4231}"/>
              </a:ext>
              <a:ext uri="{C183D7F6-B498-43B3-948B-1728B52AA6E4}">
                <adec:decorative xmlns:adec="http://schemas.microsoft.com/office/drawing/2017/decorative" val="1"/>
              </a:ext>
            </a:extLst>
          </p:cNvPr>
          <p:cNvCxnSpPr>
            <a:cxnSpLocks/>
          </p:cNvCxnSpPr>
          <p:nvPr userDrawn="1"/>
        </p:nvCxnSpPr>
        <p:spPr>
          <a:xfrm>
            <a:off x="1524" y="6172200"/>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609627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3_Closing">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68941816-7203-4339-8B31-60B4107A1EEA}"/>
              </a:ext>
              <a:ext uri="{C183D7F6-B498-43B3-948B-1728B52AA6E4}">
                <adec:decorative xmlns:adec="http://schemas.microsoft.com/office/drawing/2017/decorative" val="1"/>
              </a:ext>
            </a:extLst>
          </p:cNvPr>
          <p:cNvSpPr/>
          <p:nvPr userDrawn="1"/>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rtl="0"/>
            <a:endParaRPr lang="en-GB" dirty="0"/>
          </a:p>
        </p:txBody>
      </p:sp>
      <p:sp>
        <p:nvSpPr>
          <p:cNvPr id="6" name="Rectangle 5">
            <a:extLst>
              <a:ext uri="{FF2B5EF4-FFF2-40B4-BE49-F238E27FC236}">
                <a16:creationId xmlns:a16="http://schemas.microsoft.com/office/drawing/2014/main" id="{1A7A4606-69F4-4469-B7C4-4AF495ACE2BB}"/>
              </a:ext>
              <a:ext uri="{C183D7F6-B498-43B3-948B-1728B52AA6E4}">
                <adec:decorative xmlns:adec="http://schemas.microsoft.com/office/drawing/2017/decorative" val="1"/>
              </a:ext>
            </a:extLst>
          </p:cNvPr>
          <p:cNvSpPr/>
          <p:nvPr userDrawn="1"/>
        </p:nvSpPr>
        <p:spPr>
          <a:xfrm>
            <a:off x="1446276" y="685800"/>
            <a:ext cx="107442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7" name="Title 1">
            <a:extLst>
              <a:ext uri="{FF2B5EF4-FFF2-40B4-BE49-F238E27FC236}">
                <a16:creationId xmlns:a16="http://schemas.microsoft.com/office/drawing/2014/main" id="{79BDEB7A-D103-487A-8C1B-9145FB24B663}"/>
              </a:ext>
            </a:extLst>
          </p:cNvPr>
          <p:cNvSpPr>
            <a:spLocks noGrp="1"/>
          </p:cNvSpPr>
          <p:nvPr>
            <p:ph type="title"/>
          </p:nvPr>
        </p:nvSpPr>
        <p:spPr>
          <a:xfrm>
            <a:off x="422897" y="539496"/>
            <a:ext cx="5228393" cy="2697190"/>
          </a:xfrm>
        </p:spPr>
        <p:txBody>
          <a:bodyPr rtlCol="0" anchor="b">
            <a:normAutofit/>
          </a:bodyPr>
          <a:lstStyle/>
          <a:p>
            <a:pPr rtl="0"/>
            <a:r>
              <a:rPr lang="en-GB" sz="4800"/>
              <a:t>Click to edit Master title style</a:t>
            </a:r>
            <a:endParaRPr lang="en-GB" sz="4800" dirty="0"/>
          </a:p>
        </p:txBody>
      </p:sp>
      <p:sp>
        <p:nvSpPr>
          <p:cNvPr id="8" name="Content Placeholder 2">
            <a:extLst>
              <a:ext uri="{FF2B5EF4-FFF2-40B4-BE49-F238E27FC236}">
                <a16:creationId xmlns:a16="http://schemas.microsoft.com/office/drawing/2014/main" id="{F3017A3E-25F7-41D5-AABB-24D0E2673A63}"/>
              </a:ext>
            </a:extLst>
          </p:cNvPr>
          <p:cNvSpPr>
            <a:spLocks noGrp="1"/>
          </p:cNvSpPr>
          <p:nvPr>
            <p:ph idx="1"/>
          </p:nvPr>
        </p:nvSpPr>
        <p:spPr>
          <a:xfrm>
            <a:off x="422897" y="3354749"/>
            <a:ext cx="5228392" cy="2582470"/>
          </a:xfrm>
        </p:spPr>
        <p:txBody>
          <a:bodyPr rtlCol="0">
            <a:noAutofit/>
          </a:bodyPr>
          <a:lstStyle>
            <a:lvl1pPr marL="0" indent="0">
              <a:buNone/>
              <a:defRPr/>
            </a:lvl1pPr>
          </a:lstStyle>
          <a:p>
            <a:pPr lvl="0" rtl="0">
              <a:lnSpc>
                <a:spcPts val="2800"/>
              </a:lnSpc>
            </a:pPr>
            <a:r>
              <a:rPr lang="en-GB" sz="1800"/>
              <a:t>Click to edit Master text styles</a:t>
            </a:r>
          </a:p>
        </p:txBody>
      </p:sp>
      <p:sp>
        <p:nvSpPr>
          <p:cNvPr id="9" name="Rectangle 8">
            <a:extLst>
              <a:ext uri="{FF2B5EF4-FFF2-40B4-BE49-F238E27FC236}">
                <a16:creationId xmlns:a16="http://schemas.microsoft.com/office/drawing/2014/main" id="{C262D696-4404-4062-9387-925D9687B972}"/>
              </a:ext>
              <a:ext uri="{C183D7F6-B498-43B3-948B-1728B52AA6E4}">
                <adec:decorative xmlns:adec="http://schemas.microsoft.com/office/drawing/2017/decorative" val="1"/>
              </a:ext>
            </a:extLst>
          </p:cNvPr>
          <p:cNvSpPr/>
          <p:nvPr userDrawn="1"/>
        </p:nvSpPr>
        <p:spPr>
          <a:xfrm rot="10800000">
            <a:off x="6095999" y="695340"/>
            <a:ext cx="5391683" cy="5476855"/>
          </a:xfrm>
          <a:prstGeom prst="rect">
            <a:avLst/>
          </a:prstGeom>
          <a:solidFill>
            <a:schemeClr val="accent1">
              <a:alpha val="25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GB" sz="3000" b="0" i="0" u="none" strike="noStrike" cap="none" spc="0" normalizeH="0" baseline="0" dirty="0">
              <a:ln>
                <a:noFill/>
              </a:ln>
              <a:solidFill>
                <a:srgbClr val="000000"/>
              </a:solidFill>
              <a:effectLst/>
              <a:uFillTx/>
              <a:latin typeface="Helvetica Neue Medium"/>
              <a:ea typeface="Helvetica Neue Medium"/>
              <a:cs typeface="Helvetica Neue Medium"/>
              <a:sym typeface="Helvetica Neue Medium"/>
            </a:endParaRPr>
          </a:p>
        </p:txBody>
      </p:sp>
      <p:cxnSp>
        <p:nvCxnSpPr>
          <p:cNvPr id="11" name="Straight Connector 10">
            <a:extLst>
              <a:ext uri="{FF2B5EF4-FFF2-40B4-BE49-F238E27FC236}">
                <a16:creationId xmlns:a16="http://schemas.microsoft.com/office/drawing/2014/main" id="{C415F07E-A8F5-473A-90AC-3BF5823C08A3}"/>
              </a:ext>
              <a:ext uri="{C183D7F6-B498-43B3-948B-1728B52AA6E4}">
                <adec:decorative xmlns:adec="http://schemas.microsoft.com/office/drawing/2017/decorative" val="1"/>
              </a:ext>
            </a:extLst>
          </p:cNvPr>
          <p:cNvCxnSpPr>
            <a:cxnSpLocks/>
          </p:cNvCxnSpPr>
          <p:nvPr userDrawn="1"/>
        </p:nvCxnSpPr>
        <p:spPr>
          <a:xfrm flipV="1">
            <a:off x="11496184"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505C0C26-4C66-47DC-B079-5B94C22F15BD}"/>
              </a:ext>
              <a:ext uri="{C183D7F6-B498-43B3-948B-1728B52AA6E4}">
                <adec:decorative xmlns:adec="http://schemas.microsoft.com/office/drawing/2017/decorative" val="1"/>
              </a:ext>
            </a:extLst>
          </p:cNvPr>
          <p:cNvCxnSpPr>
            <a:cxnSpLocks/>
          </p:cNvCxnSpPr>
          <p:nvPr userDrawn="1"/>
        </p:nvCxnSpPr>
        <p:spPr>
          <a:xfrm>
            <a:off x="1524" y="6172200"/>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sp>
        <p:nvSpPr>
          <p:cNvPr id="14" name="Picture Placeholder 13">
            <a:extLst>
              <a:ext uri="{FF2B5EF4-FFF2-40B4-BE49-F238E27FC236}">
                <a16:creationId xmlns:a16="http://schemas.microsoft.com/office/drawing/2014/main" id="{C0FC374E-BABB-4A9C-A608-04A2B9C68F26}"/>
              </a:ext>
            </a:extLst>
          </p:cNvPr>
          <p:cNvSpPr>
            <a:spLocks noGrp="1"/>
          </p:cNvSpPr>
          <p:nvPr>
            <p:ph type="pic" sz="quarter" idx="13"/>
          </p:nvPr>
        </p:nvSpPr>
        <p:spPr>
          <a:xfrm>
            <a:off x="6620256" y="1243584"/>
            <a:ext cx="4361688" cy="4361688"/>
          </a:xfrm>
          <a:solidFill>
            <a:schemeClr val="accent3"/>
          </a:solidFill>
        </p:spPr>
        <p:txBody>
          <a:bodyPr rtlCol="0"/>
          <a:lstStyle/>
          <a:p>
            <a:pPr rtl="0"/>
            <a:r>
              <a:rPr lang="en-GB"/>
              <a:t>Click icon to add picture</a:t>
            </a:r>
            <a:endParaRPr lang="en-GB" dirty="0"/>
          </a:p>
        </p:txBody>
      </p:sp>
      <p:sp>
        <p:nvSpPr>
          <p:cNvPr id="2" name="Date Placeholder 1">
            <a:extLst>
              <a:ext uri="{FF2B5EF4-FFF2-40B4-BE49-F238E27FC236}">
                <a16:creationId xmlns:a16="http://schemas.microsoft.com/office/drawing/2014/main" id="{EE562BDD-CBFF-4046-A6B2-A9ECCB7EA144}"/>
              </a:ext>
            </a:extLst>
          </p:cNvPr>
          <p:cNvSpPr>
            <a:spLocks noGrp="1"/>
          </p:cNvSpPr>
          <p:nvPr>
            <p:ph type="dt" sz="half" idx="10"/>
          </p:nvPr>
        </p:nvSpPr>
        <p:spPr/>
        <p:txBody>
          <a:bodyPr rtlCol="0"/>
          <a:lstStyle/>
          <a:p>
            <a:pPr rtl="0"/>
            <a:r>
              <a:rPr lang="en-GB"/>
              <a:t>Monday, February 1, 20XX</a:t>
            </a:r>
          </a:p>
        </p:txBody>
      </p:sp>
      <p:sp>
        <p:nvSpPr>
          <p:cNvPr id="3" name="Footer Placeholder 2">
            <a:extLst>
              <a:ext uri="{FF2B5EF4-FFF2-40B4-BE49-F238E27FC236}">
                <a16:creationId xmlns:a16="http://schemas.microsoft.com/office/drawing/2014/main" id="{4690B5F6-6C28-4A86-AFD0-D7F93D461945}"/>
              </a:ext>
            </a:extLst>
          </p:cNvPr>
          <p:cNvSpPr>
            <a:spLocks noGrp="1"/>
          </p:cNvSpPr>
          <p:nvPr>
            <p:ph type="ftr" sz="quarter" idx="11"/>
          </p:nvPr>
        </p:nvSpPr>
        <p:spPr/>
        <p:txBody>
          <a:bodyPr rtlCol="0"/>
          <a:lstStyle/>
          <a:p>
            <a:pPr rtl="0"/>
            <a:r>
              <a:rPr lang="en-GB"/>
              <a:t>Sample Footer Text</a:t>
            </a:r>
          </a:p>
        </p:txBody>
      </p:sp>
      <p:sp>
        <p:nvSpPr>
          <p:cNvPr id="4" name="Slide Number Placeholder 3">
            <a:extLst>
              <a:ext uri="{FF2B5EF4-FFF2-40B4-BE49-F238E27FC236}">
                <a16:creationId xmlns:a16="http://schemas.microsoft.com/office/drawing/2014/main" id="{75910D5C-1634-451B-8D99-4D47EB3A11E7}"/>
              </a:ext>
            </a:extLst>
          </p:cNvPr>
          <p:cNvSpPr>
            <a:spLocks noGrp="1"/>
          </p:cNvSpPr>
          <p:nvPr>
            <p:ph type="sldNum" sz="quarter" idx="12"/>
          </p:nvPr>
        </p:nvSpPr>
        <p:spPr/>
        <p:txBody>
          <a:bodyPr rtlCol="0"/>
          <a:lstStyle/>
          <a:p>
            <a:pPr rtl="0"/>
            <a:fld id="{3A4F6043-7A67-491B-98BC-F933DED7226D}" type="slidenum">
              <a:rPr lang="en-GB" smtClean="0"/>
              <a:pPr/>
              <a:t>‹#›</a:t>
            </a:fld>
            <a:endParaRPr lang="en-GB" dirty="0"/>
          </a:p>
        </p:txBody>
      </p:sp>
    </p:spTree>
    <p:extLst>
      <p:ext uri="{BB962C8B-B14F-4D97-AF65-F5344CB8AC3E}">
        <p14:creationId xmlns:p14="http://schemas.microsoft.com/office/powerpoint/2010/main" val="40973494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C7A07-96C3-42AF-943D-953C86C3DAAD}"/>
              </a:ext>
            </a:extLst>
          </p:cNvPr>
          <p:cNvSpPr>
            <a:spLocks noGrp="1"/>
          </p:cNvSpPr>
          <p:nvPr>
            <p:ph type="ctrTitle"/>
          </p:nvPr>
        </p:nvSpPr>
        <p:spPr>
          <a:xfrm>
            <a:off x="1524000" y="1463557"/>
            <a:ext cx="9144000" cy="2387600"/>
          </a:xfrm>
        </p:spPr>
        <p:txBody>
          <a:bodyPr rtlCol="0" anchor="b">
            <a:normAutofit/>
          </a:bodyPr>
          <a:lstStyle>
            <a:lvl1pPr algn="ctr">
              <a:lnSpc>
                <a:spcPct val="90000"/>
              </a:lnSpc>
              <a:defRPr sz="5200"/>
            </a:lvl1pPr>
          </a:lstStyle>
          <a:p>
            <a:pPr rtl="0"/>
            <a:r>
              <a:rPr lang="en-GB"/>
              <a:t>Click to edit Master title style</a:t>
            </a:r>
            <a:endParaRPr lang="en-GB" dirty="0"/>
          </a:p>
        </p:txBody>
      </p:sp>
      <p:sp>
        <p:nvSpPr>
          <p:cNvPr id="3" name="Subtitle 2">
            <a:extLst>
              <a:ext uri="{FF2B5EF4-FFF2-40B4-BE49-F238E27FC236}">
                <a16:creationId xmlns:a16="http://schemas.microsoft.com/office/drawing/2014/main" id="{8CEE38DF-F503-4E79-B1B0-16489708A1B5}"/>
              </a:ext>
            </a:extLst>
          </p:cNvPr>
          <p:cNvSpPr>
            <a:spLocks noGrp="1"/>
          </p:cNvSpPr>
          <p:nvPr>
            <p:ph type="subTitle" idx="1"/>
          </p:nvPr>
        </p:nvSpPr>
        <p:spPr>
          <a:xfrm>
            <a:off x="1524000" y="3943232"/>
            <a:ext cx="9144000" cy="1655762"/>
          </a:xfrm>
        </p:spPr>
        <p:txBody>
          <a:bodyPr rtlCol="0">
            <a:normAutofit/>
          </a:bodyPr>
          <a:lstStyle>
            <a:lvl1pPr marL="0" indent="0" algn="ctr">
              <a:lnSpc>
                <a:spcPts val="3200"/>
              </a:lnSpc>
              <a:buNone/>
              <a:defRPr sz="24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n-GB"/>
              <a:t>Click to edit Master subtitle style</a:t>
            </a:r>
            <a:endParaRPr lang="en-GB" dirty="0"/>
          </a:p>
        </p:txBody>
      </p:sp>
      <p:sp>
        <p:nvSpPr>
          <p:cNvPr id="4" name="Date Placeholder 3">
            <a:extLst>
              <a:ext uri="{FF2B5EF4-FFF2-40B4-BE49-F238E27FC236}">
                <a16:creationId xmlns:a16="http://schemas.microsoft.com/office/drawing/2014/main" id="{CC1D965B-87A4-4F43-BE02-800BCCDF42EF}"/>
              </a:ext>
            </a:extLst>
          </p:cNvPr>
          <p:cNvSpPr>
            <a:spLocks noGrp="1"/>
          </p:cNvSpPr>
          <p:nvPr>
            <p:ph type="dt" sz="half" idx="10"/>
          </p:nvPr>
        </p:nvSpPr>
        <p:spPr>
          <a:xfrm>
            <a:off x="420624" y="6217920"/>
            <a:ext cx="2743200" cy="640080"/>
          </a:xfrm>
        </p:spPr>
        <p:txBody>
          <a:bodyPr rtlCol="0" anchor="ctr" anchorCtr="0"/>
          <a:lstStyle/>
          <a:p>
            <a:pPr rtl="0"/>
            <a:r>
              <a:rPr lang="en-GB"/>
              <a:t>Monday, February 1, 20XX</a:t>
            </a:r>
          </a:p>
        </p:txBody>
      </p:sp>
      <p:sp>
        <p:nvSpPr>
          <p:cNvPr id="5" name="Footer Placeholder 4">
            <a:extLst>
              <a:ext uri="{FF2B5EF4-FFF2-40B4-BE49-F238E27FC236}">
                <a16:creationId xmlns:a16="http://schemas.microsoft.com/office/drawing/2014/main" id="{389ED35B-CBF1-40D9-BAA7-CF9E1E22B8FC}"/>
              </a:ext>
            </a:extLst>
          </p:cNvPr>
          <p:cNvSpPr>
            <a:spLocks noGrp="1"/>
          </p:cNvSpPr>
          <p:nvPr>
            <p:ph type="ftr" sz="quarter" idx="11"/>
          </p:nvPr>
        </p:nvSpPr>
        <p:spPr>
          <a:xfrm>
            <a:off x="3767328" y="6217920"/>
            <a:ext cx="7196328" cy="640080"/>
          </a:xfrm>
        </p:spPr>
        <p:txBody>
          <a:bodyPr rtlCol="0" anchor="ctr" anchorCtr="0"/>
          <a:lstStyle/>
          <a:p>
            <a:pPr rtl="0"/>
            <a:r>
              <a:rPr lang="en-GB"/>
              <a:t>Sample Footer Text</a:t>
            </a:r>
          </a:p>
        </p:txBody>
      </p:sp>
      <p:sp>
        <p:nvSpPr>
          <p:cNvPr id="6" name="Slide Number Placeholder 5">
            <a:extLst>
              <a:ext uri="{FF2B5EF4-FFF2-40B4-BE49-F238E27FC236}">
                <a16:creationId xmlns:a16="http://schemas.microsoft.com/office/drawing/2014/main" id="{3D26653A-450D-4BDE-8718-99F2D9314259}"/>
              </a:ext>
            </a:extLst>
          </p:cNvPr>
          <p:cNvSpPr>
            <a:spLocks noGrp="1"/>
          </p:cNvSpPr>
          <p:nvPr>
            <p:ph type="sldNum" sz="quarter" idx="12"/>
          </p:nvPr>
        </p:nvSpPr>
        <p:spPr>
          <a:xfrm>
            <a:off x="11503152" y="0"/>
            <a:ext cx="685800" cy="685800"/>
          </a:xfrm>
        </p:spPr>
        <p:txBody>
          <a:bodyPr rtlCol="0"/>
          <a:lstStyle>
            <a:lvl1pPr algn="ctr">
              <a:defRPr/>
            </a:lvl1pPr>
          </a:lstStyle>
          <a:p>
            <a:pPr rtl="0"/>
            <a:fld id="{3A4F6043-7A67-491B-98BC-F933DED7226D}" type="slidenum">
              <a:rPr lang="en-GB" smtClean="0"/>
              <a:t>‹#›</a:t>
            </a:fld>
            <a:endParaRPr lang="en-GB" dirty="0"/>
          </a:p>
        </p:txBody>
      </p:sp>
    </p:spTree>
    <p:extLst>
      <p:ext uri="{BB962C8B-B14F-4D97-AF65-F5344CB8AC3E}">
        <p14:creationId xmlns:p14="http://schemas.microsoft.com/office/powerpoint/2010/main" val="10706710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AF4BC-D1E9-40F0-A26B-9EA9B6B69755}"/>
              </a:ext>
            </a:extLst>
          </p:cNvPr>
          <p:cNvSpPr>
            <a:spLocks noGrp="1"/>
          </p:cNvSpPr>
          <p:nvPr>
            <p:ph type="title"/>
          </p:nvPr>
        </p:nvSpPr>
        <p:spPr>
          <a:xfrm>
            <a:off x="420624" y="1081941"/>
            <a:ext cx="10543032" cy="2852737"/>
          </a:xfrm>
        </p:spPr>
        <p:txBody>
          <a:bodyPr rtlCol="0" anchor="b">
            <a:normAutofit/>
          </a:bodyPr>
          <a:lstStyle>
            <a:lvl1pPr>
              <a:defRPr sz="4400"/>
            </a:lvl1pPr>
          </a:lstStyle>
          <a:p>
            <a:pPr rtl="0"/>
            <a:r>
              <a:rPr lang="en-GB"/>
              <a:t>Click to edit Master title style</a:t>
            </a:r>
            <a:endParaRPr lang="en-GB" dirty="0"/>
          </a:p>
        </p:txBody>
      </p:sp>
      <p:sp>
        <p:nvSpPr>
          <p:cNvPr id="3" name="Text Placeholder 2">
            <a:extLst>
              <a:ext uri="{FF2B5EF4-FFF2-40B4-BE49-F238E27FC236}">
                <a16:creationId xmlns:a16="http://schemas.microsoft.com/office/drawing/2014/main" id="{FF7974A6-FAB9-47DA-8F1A-701DFC8DF327}"/>
              </a:ext>
            </a:extLst>
          </p:cNvPr>
          <p:cNvSpPr>
            <a:spLocks noGrp="1"/>
          </p:cNvSpPr>
          <p:nvPr>
            <p:ph type="body" idx="1"/>
          </p:nvPr>
        </p:nvSpPr>
        <p:spPr>
          <a:xfrm>
            <a:off x="420624" y="3961666"/>
            <a:ext cx="10543032" cy="1500187"/>
          </a:xfrm>
        </p:spPr>
        <p:txBody>
          <a:bodyPr rtlCol="0">
            <a:noAutofit/>
          </a:bodyPr>
          <a:lstStyle>
            <a:lvl1pPr marL="0" indent="0">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en-GB"/>
              <a:t>Click to edit Master text styles</a:t>
            </a:r>
          </a:p>
        </p:txBody>
      </p:sp>
      <p:sp>
        <p:nvSpPr>
          <p:cNvPr id="4" name="Date Placeholder 3">
            <a:extLst>
              <a:ext uri="{FF2B5EF4-FFF2-40B4-BE49-F238E27FC236}">
                <a16:creationId xmlns:a16="http://schemas.microsoft.com/office/drawing/2014/main" id="{A564E2B4-314C-4D4F-8938-E437A2EF527B}"/>
              </a:ext>
            </a:extLst>
          </p:cNvPr>
          <p:cNvSpPr>
            <a:spLocks noGrp="1"/>
          </p:cNvSpPr>
          <p:nvPr>
            <p:ph type="dt" sz="half" idx="10"/>
          </p:nvPr>
        </p:nvSpPr>
        <p:spPr/>
        <p:txBody>
          <a:bodyPr rtlCol="0"/>
          <a:lstStyle/>
          <a:p>
            <a:pPr rtl="0"/>
            <a:r>
              <a:rPr lang="en-GB"/>
              <a:t>Monday, February 1, 20XX</a:t>
            </a:r>
          </a:p>
        </p:txBody>
      </p:sp>
      <p:sp>
        <p:nvSpPr>
          <p:cNvPr id="5" name="Footer Placeholder 4">
            <a:extLst>
              <a:ext uri="{FF2B5EF4-FFF2-40B4-BE49-F238E27FC236}">
                <a16:creationId xmlns:a16="http://schemas.microsoft.com/office/drawing/2014/main" id="{72442F23-6986-4A36-97F0-13F305A2DEBF}"/>
              </a:ext>
            </a:extLst>
          </p:cNvPr>
          <p:cNvSpPr>
            <a:spLocks noGrp="1"/>
          </p:cNvSpPr>
          <p:nvPr>
            <p:ph type="ftr" sz="quarter" idx="11"/>
          </p:nvPr>
        </p:nvSpPr>
        <p:spPr/>
        <p:txBody>
          <a:bodyPr rtlCol="0"/>
          <a:lstStyle/>
          <a:p>
            <a:pPr rtl="0"/>
            <a:r>
              <a:rPr lang="en-GB"/>
              <a:t>Sample Footer Text</a:t>
            </a:r>
          </a:p>
        </p:txBody>
      </p:sp>
      <p:sp>
        <p:nvSpPr>
          <p:cNvPr id="6" name="Slide Number Placeholder 5">
            <a:extLst>
              <a:ext uri="{FF2B5EF4-FFF2-40B4-BE49-F238E27FC236}">
                <a16:creationId xmlns:a16="http://schemas.microsoft.com/office/drawing/2014/main" id="{494BA1B9-2423-42BD-A553-DC5703F6243F}"/>
              </a:ext>
            </a:extLst>
          </p:cNvPr>
          <p:cNvSpPr>
            <a:spLocks noGrp="1"/>
          </p:cNvSpPr>
          <p:nvPr>
            <p:ph type="sldNum" sz="quarter" idx="12"/>
          </p:nvPr>
        </p:nvSpPr>
        <p:spPr/>
        <p:txBody>
          <a:bodyPr rtlCol="0"/>
          <a:lstStyle/>
          <a:p>
            <a:pPr rtl="0"/>
            <a:fld id="{3A4F6043-7A67-491B-98BC-F933DED7226D}" type="slidenum">
              <a:rPr lang="en-GB" smtClean="0"/>
              <a:pPr/>
              <a:t>‹#›</a:t>
            </a:fld>
            <a:endParaRPr lang="en-GB" dirty="0"/>
          </a:p>
        </p:txBody>
      </p:sp>
    </p:spTree>
    <p:extLst>
      <p:ext uri="{BB962C8B-B14F-4D97-AF65-F5344CB8AC3E}">
        <p14:creationId xmlns:p14="http://schemas.microsoft.com/office/powerpoint/2010/main" val="371960664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264F76-994F-4AB5-B17B-46C0C2FA5AE5}"/>
              </a:ext>
            </a:extLst>
          </p:cNvPr>
          <p:cNvSpPr>
            <a:spLocks noGrp="1"/>
          </p:cNvSpPr>
          <p:nvPr>
            <p:ph type="title"/>
          </p:nvPr>
        </p:nvSpPr>
        <p:spPr>
          <a:xfrm>
            <a:off x="420624" y="365125"/>
            <a:ext cx="10543032" cy="1325563"/>
          </a:xfrm>
        </p:spPr>
        <p:txBody>
          <a:bodyPr rtlCol="0">
            <a:normAutofit/>
          </a:bodyPr>
          <a:lstStyle>
            <a:lvl1pPr>
              <a:defRPr sz="5200"/>
            </a:lvl1pPr>
          </a:lstStyle>
          <a:p>
            <a:pPr rtl="0"/>
            <a:r>
              <a:rPr lang="en-GB"/>
              <a:t>Click to edit Master title style</a:t>
            </a:r>
            <a:endParaRPr lang="en-GB" dirty="0"/>
          </a:p>
        </p:txBody>
      </p:sp>
      <p:sp>
        <p:nvSpPr>
          <p:cNvPr id="3" name="Content Placeholder 2">
            <a:extLst>
              <a:ext uri="{FF2B5EF4-FFF2-40B4-BE49-F238E27FC236}">
                <a16:creationId xmlns:a16="http://schemas.microsoft.com/office/drawing/2014/main" id="{55A69B3B-A540-4556-98C8-1F49704A794E}"/>
              </a:ext>
            </a:extLst>
          </p:cNvPr>
          <p:cNvSpPr>
            <a:spLocks noGrp="1"/>
          </p:cNvSpPr>
          <p:nvPr>
            <p:ph sz="half" idx="1"/>
          </p:nvPr>
        </p:nvSpPr>
        <p:spPr>
          <a:xfrm>
            <a:off x="420624" y="1825625"/>
            <a:ext cx="5599176" cy="4206382"/>
          </a:xfrm>
        </p:spPr>
        <p:txBody>
          <a:bodyPr rtlCol="0"/>
          <a:lstStyle>
            <a:lvl1pPr marL="457200" indent="-457200">
              <a:buFont typeface="Wingdings 2" panose="05020102010507070707" pitchFamily="18" charset="2"/>
              <a:buChar char="¬"/>
              <a:defRPr/>
            </a:lvl1pPr>
            <a:lvl2pPr marL="800100" indent="-342900">
              <a:buFont typeface="Wingdings 2" panose="05020102010507070707" pitchFamily="18" charset="2"/>
              <a:buChar char="¬"/>
              <a:defRPr/>
            </a:lvl2pPr>
            <a:lvl3pPr marL="1257300" indent="-342900">
              <a:buFont typeface="Wingdings 2" panose="05020102010507070707" pitchFamily="18" charset="2"/>
              <a:buChar char="¬"/>
              <a:defRPr/>
            </a:lvl3pPr>
            <a:lvl4pPr marL="1657350" indent="-285750">
              <a:buFont typeface="Wingdings 2" panose="05020102010507070707" pitchFamily="18" charset="2"/>
              <a:buChar char="¬"/>
              <a:defRPr/>
            </a:lvl4pPr>
            <a:lvl5pPr marL="2114550" indent="-285750">
              <a:buFont typeface="Wingdings 2" panose="05020102010507070707" pitchFamily="18" charset="2"/>
              <a:buChar char="¬"/>
              <a:defRPr/>
            </a:lvl5pPr>
          </a:lstStyle>
          <a:p>
            <a:pPr lvl="0" rtl="0"/>
            <a:r>
              <a:rPr lang="en-GB"/>
              <a:t>Click to edit Master text styles</a:t>
            </a:r>
          </a:p>
          <a:p>
            <a:pPr lvl="1" rtl="0"/>
            <a:r>
              <a:rPr lang="en-GB"/>
              <a:t>Second level</a:t>
            </a:r>
          </a:p>
          <a:p>
            <a:pPr lvl="2" rtl="0"/>
            <a:r>
              <a:rPr lang="en-GB"/>
              <a:t>Third level</a:t>
            </a:r>
          </a:p>
          <a:p>
            <a:pPr lvl="3" rtl="0"/>
            <a:r>
              <a:rPr lang="en-GB"/>
              <a:t>Fourth level</a:t>
            </a:r>
          </a:p>
          <a:p>
            <a:pPr lvl="4" rtl="0"/>
            <a:r>
              <a:rPr lang="en-GB"/>
              <a:t>Fifth level</a:t>
            </a:r>
            <a:endParaRPr lang="en-GB" dirty="0"/>
          </a:p>
        </p:txBody>
      </p:sp>
      <p:sp>
        <p:nvSpPr>
          <p:cNvPr id="4" name="Content Placeholder 3">
            <a:extLst>
              <a:ext uri="{FF2B5EF4-FFF2-40B4-BE49-F238E27FC236}">
                <a16:creationId xmlns:a16="http://schemas.microsoft.com/office/drawing/2014/main" id="{DEC72438-7C63-48F2-9D6F-2461BFD6D5E5}"/>
              </a:ext>
            </a:extLst>
          </p:cNvPr>
          <p:cNvSpPr>
            <a:spLocks noGrp="1"/>
          </p:cNvSpPr>
          <p:nvPr>
            <p:ph sz="half" idx="2"/>
          </p:nvPr>
        </p:nvSpPr>
        <p:spPr>
          <a:xfrm>
            <a:off x="6172200" y="1825625"/>
            <a:ext cx="4791456" cy="4206382"/>
          </a:xfrm>
        </p:spPr>
        <p:txBody>
          <a:bodyPr rtlCol="0"/>
          <a:lstStyle>
            <a:lvl1pPr marL="228600" indent="-228600">
              <a:buFont typeface="Wingdings 2" panose="05020102010507070707" pitchFamily="18" charset="2"/>
              <a:buChar char="¬"/>
              <a:defRPr/>
            </a:lvl1pPr>
            <a:lvl2pPr marL="685800" indent="-228600">
              <a:buFont typeface="Wingdings 2" panose="05020102010507070707" pitchFamily="18" charset="2"/>
              <a:buChar char="¬"/>
              <a:defRPr/>
            </a:lvl2pPr>
            <a:lvl3pPr marL="1143000" indent="-228600">
              <a:buFont typeface="Wingdings 2" panose="05020102010507070707" pitchFamily="18" charset="2"/>
              <a:buChar char="¬"/>
              <a:defRPr/>
            </a:lvl3pPr>
            <a:lvl4pPr marL="1600200" indent="-228600">
              <a:buFont typeface="Wingdings 2" panose="05020102010507070707" pitchFamily="18" charset="2"/>
              <a:buChar char="¬"/>
              <a:defRPr/>
            </a:lvl4pPr>
            <a:lvl5pPr marL="2057400" indent="-228600">
              <a:buFont typeface="Wingdings 2" panose="05020102010507070707" pitchFamily="18" charset="2"/>
              <a:buChar char="¬"/>
              <a:defRPr/>
            </a:lvl5pPr>
          </a:lstStyle>
          <a:p>
            <a:pPr lvl="0" rtl="0"/>
            <a:r>
              <a:rPr lang="en-GB"/>
              <a:t>Click to edit Master text styles</a:t>
            </a:r>
          </a:p>
          <a:p>
            <a:pPr lvl="1" rtl="0"/>
            <a:r>
              <a:rPr lang="en-GB"/>
              <a:t>Second level</a:t>
            </a:r>
          </a:p>
          <a:p>
            <a:pPr lvl="2" rtl="0"/>
            <a:r>
              <a:rPr lang="en-GB"/>
              <a:t>Third level</a:t>
            </a:r>
          </a:p>
          <a:p>
            <a:pPr lvl="3" rtl="0"/>
            <a:r>
              <a:rPr lang="en-GB"/>
              <a:t>Fourth level</a:t>
            </a:r>
          </a:p>
          <a:p>
            <a:pPr lvl="4" rtl="0"/>
            <a:r>
              <a:rPr lang="en-GB"/>
              <a:t>Fifth level</a:t>
            </a:r>
          </a:p>
        </p:txBody>
      </p:sp>
      <p:sp>
        <p:nvSpPr>
          <p:cNvPr id="5" name="Date Placeholder 4">
            <a:extLst>
              <a:ext uri="{FF2B5EF4-FFF2-40B4-BE49-F238E27FC236}">
                <a16:creationId xmlns:a16="http://schemas.microsoft.com/office/drawing/2014/main" id="{C3FA1B49-6AAA-4DA7-970F-B75899F1AB51}"/>
              </a:ext>
            </a:extLst>
          </p:cNvPr>
          <p:cNvSpPr>
            <a:spLocks noGrp="1"/>
          </p:cNvSpPr>
          <p:nvPr>
            <p:ph type="dt" sz="half" idx="10"/>
          </p:nvPr>
        </p:nvSpPr>
        <p:spPr/>
        <p:txBody>
          <a:bodyPr rtlCol="0"/>
          <a:lstStyle/>
          <a:p>
            <a:pPr rtl="0"/>
            <a:r>
              <a:rPr lang="en-GB"/>
              <a:t>Monday, February 1, 20XX</a:t>
            </a:r>
          </a:p>
        </p:txBody>
      </p:sp>
      <p:sp>
        <p:nvSpPr>
          <p:cNvPr id="6" name="Footer Placeholder 5">
            <a:extLst>
              <a:ext uri="{FF2B5EF4-FFF2-40B4-BE49-F238E27FC236}">
                <a16:creationId xmlns:a16="http://schemas.microsoft.com/office/drawing/2014/main" id="{DEE3649A-B9A2-4737-B47E-758DC140688B}"/>
              </a:ext>
            </a:extLst>
          </p:cNvPr>
          <p:cNvSpPr>
            <a:spLocks noGrp="1"/>
          </p:cNvSpPr>
          <p:nvPr>
            <p:ph type="ftr" sz="quarter" idx="11"/>
          </p:nvPr>
        </p:nvSpPr>
        <p:spPr/>
        <p:txBody>
          <a:bodyPr rtlCol="0"/>
          <a:lstStyle/>
          <a:p>
            <a:pPr rtl="0"/>
            <a:r>
              <a:rPr lang="en-GB"/>
              <a:t>Sample Footer Text</a:t>
            </a:r>
          </a:p>
        </p:txBody>
      </p:sp>
      <p:sp>
        <p:nvSpPr>
          <p:cNvPr id="7" name="Slide Number Placeholder 6">
            <a:extLst>
              <a:ext uri="{FF2B5EF4-FFF2-40B4-BE49-F238E27FC236}">
                <a16:creationId xmlns:a16="http://schemas.microsoft.com/office/drawing/2014/main" id="{250C1407-C705-451C-878E-8175DCCD500D}"/>
              </a:ext>
            </a:extLst>
          </p:cNvPr>
          <p:cNvSpPr>
            <a:spLocks noGrp="1"/>
          </p:cNvSpPr>
          <p:nvPr>
            <p:ph type="sldNum" sz="quarter" idx="12"/>
          </p:nvPr>
        </p:nvSpPr>
        <p:spPr/>
        <p:txBody>
          <a:bodyPr rtlCol="0"/>
          <a:lstStyle/>
          <a:p>
            <a:pPr rtl="0"/>
            <a:fld id="{3A4F6043-7A67-491B-98BC-F933DED7226D}" type="slidenum">
              <a:rPr lang="en-GB" smtClean="0"/>
              <a:pPr/>
              <a:t>‹#›</a:t>
            </a:fld>
            <a:endParaRPr lang="en-GB" dirty="0"/>
          </a:p>
        </p:txBody>
      </p:sp>
    </p:spTree>
    <p:extLst>
      <p:ext uri="{BB962C8B-B14F-4D97-AF65-F5344CB8AC3E}">
        <p14:creationId xmlns:p14="http://schemas.microsoft.com/office/powerpoint/2010/main" val="189319746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2F9955-0460-4A20-8FC6-300595560010}"/>
              </a:ext>
            </a:extLst>
          </p:cNvPr>
          <p:cNvSpPr>
            <a:spLocks noGrp="1"/>
          </p:cNvSpPr>
          <p:nvPr>
            <p:ph type="title"/>
          </p:nvPr>
        </p:nvSpPr>
        <p:spPr>
          <a:xfrm>
            <a:off x="420624" y="365125"/>
            <a:ext cx="10543032" cy="1325563"/>
          </a:xfrm>
        </p:spPr>
        <p:txBody>
          <a:bodyPr rtlCol="0">
            <a:normAutofit/>
          </a:bodyPr>
          <a:lstStyle>
            <a:lvl1pPr>
              <a:defRPr sz="5200"/>
            </a:lvl1pPr>
          </a:lstStyle>
          <a:p>
            <a:pPr rtl="0"/>
            <a:r>
              <a:rPr lang="en-GB"/>
              <a:t>Click to edit Master title style</a:t>
            </a:r>
            <a:endParaRPr lang="en-GB" dirty="0"/>
          </a:p>
        </p:txBody>
      </p:sp>
      <p:sp>
        <p:nvSpPr>
          <p:cNvPr id="3" name="Text Placeholder 2">
            <a:extLst>
              <a:ext uri="{FF2B5EF4-FFF2-40B4-BE49-F238E27FC236}">
                <a16:creationId xmlns:a16="http://schemas.microsoft.com/office/drawing/2014/main" id="{BF95DDA7-4AAD-4EBE-880C-200E5F10A6C4}"/>
              </a:ext>
            </a:extLst>
          </p:cNvPr>
          <p:cNvSpPr>
            <a:spLocks noGrp="1"/>
          </p:cNvSpPr>
          <p:nvPr>
            <p:ph type="body" idx="1"/>
          </p:nvPr>
        </p:nvSpPr>
        <p:spPr>
          <a:xfrm>
            <a:off x="420624" y="1681163"/>
            <a:ext cx="5549697" cy="823912"/>
          </a:xfrm>
        </p:spPr>
        <p:txBody>
          <a:bodyPr rtlCol="0" anchor="b">
            <a:normAutofit/>
          </a:bodyPr>
          <a:lstStyle>
            <a:lvl1pPr marL="0" indent="0">
              <a:buNone/>
              <a:defRPr sz="3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a:t>Click to edit Master text styles</a:t>
            </a:r>
          </a:p>
        </p:txBody>
      </p:sp>
      <p:sp>
        <p:nvSpPr>
          <p:cNvPr id="4" name="Content Placeholder 3">
            <a:extLst>
              <a:ext uri="{FF2B5EF4-FFF2-40B4-BE49-F238E27FC236}">
                <a16:creationId xmlns:a16="http://schemas.microsoft.com/office/drawing/2014/main" id="{F9717496-E470-4CF6-884C-F07390A4688A}"/>
              </a:ext>
            </a:extLst>
          </p:cNvPr>
          <p:cNvSpPr>
            <a:spLocks noGrp="1"/>
          </p:cNvSpPr>
          <p:nvPr>
            <p:ph sz="half" idx="2"/>
          </p:nvPr>
        </p:nvSpPr>
        <p:spPr>
          <a:xfrm>
            <a:off x="420624" y="2505075"/>
            <a:ext cx="5549697" cy="3526932"/>
          </a:xfrm>
        </p:spPr>
        <p:txBody>
          <a:bodyPr rtlCol="0"/>
          <a:lstStyle>
            <a:lvl1pPr>
              <a:defRPr sz="2400"/>
            </a:lvl1pPr>
            <a:lvl2pPr>
              <a:defRPr sz="2200"/>
            </a:lvl2pPr>
          </a:lstStyle>
          <a:p>
            <a:pPr lvl="0" rtl="0"/>
            <a:r>
              <a:rPr lang="en-GB"/>
              <a:t>Click to edit Master text styles</a:t>
            </a:r>
          </a:p>
          <a:p>
            <a:pPr lvl="1" rtl="0"/>
            <a:r>
              <a:rPr lang="en-GB"/>
              <a:t>Second level</a:t>
            </a:r>
          </a:p>
          <a:p>
            <a:pPr lvl="2" rtl="0"/>
            <a:r>
              <a:rPr lang="en-GB"/>
              <a:t>Third level</a:t>
            </a:r>
          </a:p>
          <a:p>
            <a:pPr lvl="3" rtl="0"/>
            <a:r>
              <a:rPr lang="en-GB"/>
              <a:t>Fourth level</a:t>
            </a:r>
          </a:p>
          <a:p>
            <a:pPr lvl="4" rtl="0"/>
            <a:r>
              <a:rPr lang="en-GB"/>
              <a:t>Fifth level</a:t>
            </a:r>
            <a:endParaRPr lang="en-GB" dirty="0"/>
          </a:p>
        </p:txBody>
      </p:sp>
      <p:sp>
        <p:nvSpPr>
          <p:cNvPr id="5" name="Text Placeholder 4">
            <a:extLst>
              <a:ext uri="{FF2B5EF4-FFF2-40B4-BE49-F238E27FC236}">
                <a16:creationId xmlns:a16="http://schemas.microsoft.com/office/drawing/2014/main" id="{F8C438EA-D381-4F22-A911-ECDD6D04FB33}"/>
              </a:ext>
            </a:extLst>
          </p:cNvPr>
          <p:cNvSpPr>
            <a:spLocks noGrp="1"/>
          </p:cNvSpPr>
          <p:nvPr>
            <p:ph type="body" sz="quarter" idx="3"/>
          </p:nvPr>
        </p:nvSpPr>
        <p:spPr>
          <a:xfrm>
            <a:off x="5970321" y="1681163"/>
            <a:ext cx="4993335" cy="823912"/>
          </a:xfrm>
        </p:spPr>
        <p:txBody>
          <a:bodyPr rtlCol="0" anchor="b">
            <a:normAutofit/>
          </a:bodyPr>
          <a:lstStyle>
            <a:lvl1pPr marL="0" indent="0">
              <a:buNone/>
              <a:defRPr sz="3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a:t>Click to edit Master text styles</a:t>
            </a:r>
          </a:p>
        </p:txBody>
      </p:sp>
      <p:sp>
        <p:nvSpPr>
          <p:cNvPr id="6" name="Content Placeholder 5">
            <a:extLst>
              <a:ext uri="{FF2B5EF4-FFF2-40B4-BE49-F238E27FC236}">
                <a16:creationId xmlns:a16="http://schemas.microsoft.com/office/drawing/2014/main" id="{93F255FA-A04D-49F2-8DB4-3CC082D0DBC8}"/>
              </a:ext>
            </a:extLst>
          </p:cNvPr>
          <p:cNvSpPr>
            <a:spLocks noGrp="1"/>
          </p:cNvSpPr>
          <p:nvPr>
            <p:ph sz="quarter" idx="4"/>
          </p:nvPr>
        </p:nvSpPr>
        <p:spPr>
          <a:xfrm>
            <a:off x="5970321" y="2505075"/>
            <a:ext cx="4993335" cy="3526932"/>
          </a:xfrm>
        </p:spPr>
        <p:txBody>
          <a:bodyPr rtlCol="0"/>
          <a:lstStyle>
            <a:lvl1pPr>
              <a:defRPr sz="2400"/>
            </a:lvl1pPr>
            <a:lvl2pPr>
              <a:defRPr sz="2200"/>
            </a:lvl2pPr>
          </a:lstStyle>
          <a:p>
            <a:pPr lvl="0" rtl="0"/>
            <a:r>
              <a:rPr lang="en-GB"/>
              <a:t>Click to edit Master text styles</a:t>
            </a:r>
          </a:p>
          <a:p>
            <a:pPr lvl="1" rtl="0"/>
            <a:r>
              <a:rPr lang="en-GB"/>
              <a:t>Second level</a:t>
            </a:r>
          </a:p>
          <a:p>
            <a:pPr lvl="2" rtl="0"/>
            <a:r>
              <a:rPr lang="en-GB"/>
              <a:t>Third level</a:t>
            </a:r>
          </a:p>
          <a:p>
            <a:pPr lvl="3" rtl="0"/>
            <a:r>
              <a:rPr lang="en-GB"/>
              <a:t>Fourth level</a:t>
            </a:r>
          </a:p>
          <a:p>
            <a:pPr lvl="4" rtl="0"/>
            <a:r>
              <a:rPr lang="en-GB"/>
              <a:t>Fifth level</a:t>
            </a:r>
            <a:endParaRPr lang="en-GB" dirty="0"/>
          </a:p>
        </p:txBody>
      </p:sp>
      <p:sp>
        <p:nvSpPr>
          <p:cNvPr id="7" name="Date Placeholder 6">
            <a:extLst>
              <a:ext uri="{FF2B5EF4-FFF2-40B4-BE49-F238E27FC236}">
                <a16:creationId xmlns:a16="http://schemas.microsoft.com/office/drawing/2014/main" id="{6A6298F3-0AEC-4811-99A4-B78AE3A70B1E}"/>
              </a:ext>
            </a:extLst>
          </p:cNvPr>
          <p:cNvSpPr>
            <a:spLocks noGrp="1"/>
          </p:cNvSpPr>
          <p:nvPr>
            <p:ph type="dt" sz="half" idx="10"/>
          </p:nvPr>
        </p:nvSpPr>
        <p:spPr>
          <a:xfrm>
            <a:off x="420624" y="6217920"/>
            <a:ext cx="2743200" cy="640080"/>
          </a:xfrm>
        </p:spPr>
        <p:txBody>
          <a:bodyPr rtlCol="0"/>
          <a:lstStyle/>
          <a:p>
            <a:pPr rtl="0"/>
            <a:r>
              <a:rPr lang="en-GB"/>
              <a:t>Monday, February 1, 20XX</a:t>
            </a:r>
          </a:p>
        </p:txBody>
      </p:sp>
      <p:sp>
        <p:nvSpPr>
          <p:cNvPr id="8" name="Footer Placeholder 7">
            <a:extLst>
              <a:ext uri="{FF2B5EF4-FFF2-40B4-BE49-F238E27FC236}">
                <a16:creationId xmlns:a16="http://schemas.microsoft.com/office/drawing/2014/main" id="{AA7690B4-8A9A-4717-8B0B-2C921292656C}"/>
              </a:ext>
            </a:extLst>
          </p:cNvPr>
          <p:cNvSpPr>
            <a:spLocks noGrp="1"/>
          </p:cNvSpPr>
          <p:nvPr>
            <p:ph type="ftr" sz="quarter" idx="11"/>
          </p:nvPr>
        </p:nvSpPr>
        <p:spPr/>
        <p:txBody>
          <a:bodyPr rtlCol="0"/>
          <a:lstStyle/>
          <a:p>
            <a:pPr rtl="0"/>
            <a:r>
              <a:rPr lang="en-GB"/>
              <a:t>Sample Footer Text</a:t>
            </a:r>
          </a:p>
        </p:txBody>
      </p:sp>
      <p:sp>
        <p:nvSpPr>
          <p:cNvPr id="9" name="Slide Number Placeholder 8">
            <a:extLst>
              <a:ext uri="{FF2B5EF4-FFF2-40B4-BE49-F238E27FC236}">
                <a16:creationId xmlns:a16="http://schemas.microsoft.com/office/drawing/2014/main" id="{5328F00A-44BE-4E0A-B1CE-1FC489654F71}"/>
              </a:ext>
            </a:extLst>
          </p:cNvPr>
          <p:cNvSpPr>
            <a:spLocks noGrp="1"/>
          </p:cNvSpPr>
          <p:nvPr>
            <p:ph type="sldNum" sz="quarter" idx="12"/>
          </p:nvPr>
        </p:nvSpPr>
        <p:spPr/>
        <p:txBody>
          <a:bodyPr rtlCol="0"/>
          <a:lstStyle/>
          <a:p>
            <a:pPr rtl="0"/>
            <a:fld id="{3A4F6043-7A67-491B-98BC-F933DED7226D}" type="slidenum">
              <a:rPr lang="en-GB" smtClean="0"/>
              <a:pPr/>
              <a:t>‹#›</a:t>
            </a:fld>
            <a:endParaRPr lang="en-GB" dirty="0"/>
          </a:p>
        </p:txBody>
      </p:sp>
    </p:spTree>
    <p:extLst>
      <p:ext uri="{BB962C8B-B14F-4D97-AF65-F5344CB8AC3E}">
        <p14:creationId xmlns:p14="http://schemas.microsoft.com/office/powerpoint/2010/main" val="419147868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1F235-FBFF-453E-B90A-5758ED47C7B0}"/>
              </a:ext>
            </a:extLst>
          </p:cNvPr>
          <p:cNvSpPr>
            <a:spLocks noGrp="1"/>
          </p:cNvSpPr>
          <p:nvPr>
            <p:ph type="title"/>
          </p:nvPr>
        </p:nvSpPr>
        <p:spPr>
          <a:xfrm>
            <a:off x="420624" y="938306"/>
            <a:ext cx="10543032" cy="1325563"/>
          </a:xfrm>
        </p:spPr>
        <p:txBody>
          <a:bodyPr rtlCol="0">
            <a:normAutofit/>
          </a:bodyPr>
          <a:lstStyle>
            <a:lvl1pPr>
              <a:defRPr sz="5200"/>
            </a:lvl1pPr>
          </a:lstStyle>
          <a:p>
            <a:pPr rtl="0"/>
            <a:r>
              <a:rPr lang="en-GB"/>
              <a:t>Click to edit Master title style</a:t>
            </a:r>
            <a:endParaRPr lang="en-GB" dirty="0"/>
          </a:p>
        </p:txBody>
      </p:sp>
      <p:sp>
        <p:nvSpPr>
          <p:cNvPr id="3" name="Date Placeholder 2">
            <a:extLst>
              <a:ext uri="{FF2B5EF4-FFF2-40B4-BE49-F238E27FC236}">
                <a16:creationId xmlns:a16="http://schemas.microsoft.com/office/drawing/2014/main" id="{D443A871-5A76-4349-99F0-C46C77380477}"/>
              </a:ext>
            </a:extLst>
          </p:cNvPr>
          <p:cNvSpPr>
            <a:spLocks noGrp="1"/>
          </p:cNvSpPr>
          <p:nvPr>
            <p:ph type="dt" sz="half" idx="10"/>
          </p:nvPr>
        </p:nvSpPr>
        <p:spPr/>
        <p:txBody>
          <a:bodyPr rtlCol="0"/>
          <a:lstStyle/>
          <a:p>
            <a:pPr rtl="0"/>
            <a:r>
              <a:rPr lang="en-GB"/>
              <a:t>Monday, February 1, 20XX</a:t>
            </a:r>
          </a:p>
        </p:txBody>
      </p:sp>
      <p:sp>
        <p:nvSpPr>
          <p:cNvPr id="4" name="Footer Placeholder 3">
            <a:extLst>
              <a:ext uri="{FF2B5EF4-FFF2-40B4-BE49-F238E27FC236}">
                <a16:creationId xmlns:a16="http://schemas.microsoft.com/office/drawing/2014/main" id="{F472E803-8BD9-40A2-8389-C19DA11480ED}"/>
              </a:ext>
            </a:extLst>
          </p:cNvPr>
          <p:cNvSpPr>
            <a:spLocks noGrp="1"/>
          </p:cNvSpPr>
          <p:nvPr>
            <p:ph type="ftr" sz="quarter" idx="11"/>
          </p:nvPr>
        </p:nvSpPr>
        <p:spPr/>
        <p:txBody>
          <a:bodyPr rtlCol="0"/>
          <a:lstStyle/>
          <a:p>
            <a:pPr rtl="0"/>
            <a:r>
              <a:rPr lang="en-GB"/>
              <a:t>Sample Footer Text</a:t>
            </a:r>
          </a:p>
        </p:txBody>
      </p:sp>
      <p:sp>
        <p:nvSpPr>
          <p:cNvPr id="5" name="Slide Number Placeholder 4">
            <a:extLst>
              <a:ext uri="{FF2B5EF4-FFF2-40B4-BE49-F238E27FC236}">
                <a16:creationId xmlns:a16="http://schemas.microsoft.com/office/drawing/2014/main" id="{F05414ED-B772-4B84-813E-E34C9A97C053}"/>
              </a:ext>
            </a:extLst>
          </p:cNvPr>
          <p:cNvSpPr>
            <a:spLocks noGrp="1"/>
          </p:cNvSpPr>
          <p:nvPr>
            <p:ph type="sldNum" sz="quarter" idx="12"/>
          </p:nvPr>
        </p:nvSpPr>
        <p:spPr/>
        <p:txBody>
          <a:bodyPr rtlCol="0"/>
          <a:lstStyle/>
          <a:p>
            <a:pPr rtl="0"/>
            <a:fld id="{3A4F6043-7A67-491B-98BC-F933DED7226D}" type="slidenum">
              <a:rPr lang="en-GB" smtClean="0"/>
              <a:pPr/>
              <a:t>‹#›</a:t>
            </a:fld>
            <a:endParaRPr lang="en-GB" dirty="0"/>
          </a:p>
        </p:txBody>
      </p:sp>
    </p:spTree>
    <p:extLst>
      <p:ext uri="{BB962C8B-B14F-4D97-AF65-F5344CB8AC3E}">
        <p14:creationId xmlns:p14="http://schemas.microsoft.com/office/powerpoint/2010/main" val="389133668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E562BDD-CBFF-4046-A6B2-A9ECCB7EA144}"/>
              </a:ext>
            </a:extLst>
          </p:cNvPr>
          <p:cNvSpPr>
            <a:spLocks noGrp="1"/>
          </p:cNvSpPr>
          <p:nvPr>
            <p:ph type="dt" sz="half" idx="10"/>
          </p:nvPr>
        </p:nvSpPr>
        <p:spPr/>
        <p:txBody>
          <a:bodyPr rtlCol="0"/>
          <a:lstStyle/>
          <a:p>
            <a:pPr rtl="0"/>
            <a:r>
              <a:rPr lang="en-GB"/>
              <a:t>Monday, February 1, 20XX</a:t>
            </a:r>
          </a:p>
        </p:txBody>
      </p:sp>
      <p:sp>
        <p:nvSpPr>
          <p:cNvPr id="3" name="Footer Placeholder 2">
            <a:extLst>
              <a:ext uri="{FF2B5EF4-FFF2-40B4-BE49-F238E27FC236}">
                <a16:creationId xmlns:a16="http://schemas.microsoft.com/office/drawing/2014/main" id="{4690B5F6-6C28-4A86-AFD0-D7F93D461945}"/>
              </a:ext>
            </a:extLst>
          </p:cNvPr>
          <p:cNvSpPr>
            <a:spLocks noGrp="1"/>
          </p:cNvSpPr>
          <p:nvPr>
            <p:ph type="ftr" sz="quarter" idx="11"/>
          </p:nvPr>
        </p:nvSpPr>
        <p:spPr/>
        <p:txBody>
          <a:bodyPr rtlCol="0"/>
          <a:lstStyle/>
          <a:p>
            <a:pPr rtl="0"/>
            <a:r>
              <a:rPr lang="en-GB"/>
              <a:t>Sample Footer Text</a:t>
            </a:r>
          </a:p>
        </p:txBody>
      </p:sp>
      <p:sp>
        <p:nvSpPr>
          <p:cNvPr id="4" name="Slide Number Placeholder 3">
            <a:extLst>
              <a:ext uri="{FF2B5EF4-FFF2-40B4-BE49-F238E27FC236}">
                <a16:creationId xmlns:a16="http://schemas.microsoft.com/office/drawing/2014/main" id="{75910D5C-1634-451B-8D99-4D47EB3A11E7}"/>
              </a:ext>
            </a:extLst>
          </p:cNvPr>
          <p:cNvSpPr>
            <a:spLocks noGrp="1"/>
          </p:cNvSpPr>
          <p:nvPr>
            <p:ph type="sldNum" sz="quarter" idx="12"/>
          </p:nvPr>
        </p:nvSpPr>
        <p:spPr/>
        <p:txBody>
          <a:bodyPr rtlCol="0"/>
          <a:lstStyle/>
          <a:p>
            <a:pPr rtl="0"/>
            <a:fld id="{3A4F6043-7A67-491B-98BC-F933DED7226D}" type="slidenum">
              <a:rPr lang="en-GB" smtClean="0"/>
              <a:pPr/>
              <a:t>‹#›</a:t>
            </a:fld>
            <a:endParaRPr lang="en-GB" dirty="0"/>
          </a:p>
        </p:txBody>
      </p:sp>
    </p:spTree>
    <p:extLst>
      <p:ext uri="{BB962C8B-B14F-4D97-AF65-F5344CB8AC3E}">
        <p14:creationId xmlns:p14="http://schemas.microsoft.com/office/powerpoint/2010/main" val="362990007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712261-8522-4437-B612-7C7100D18896}"/>
              </a:ext>
            </a:extLst>
          </p:cNvPr>
          <p:cNvSpPr>
            <a:spLocks noGrp="1"/>
          </p:cNvSpPr>
          <p:nvPr>
            <p:ph type="title"/>
          </p:nvPr>
        </p:nvSpPr>
        <p:spPr>
          <a:xfrm>
            <a:off x="420624" y="457200"/>
            <a:ext cx="10543032" cy="1600200"/>
          </a:xfrm>
        </p:spPr>
        <p:txBody>
          <a:bodyPr rtlCol="0" anchor="b">
            <a:noAutofit/>
          </a:bodyPr>
          <a:lstStyle>
            <a:lvl1pPr>
              <a:defRPr sz="5200">
                <a:latin typeface="Dante (Headings)2"/>
              </a:defRPr>
            </a:lvl1pPr>
          </a:lstStyle>
          <a:p>
            <a:pPr rtl="0"/>
            <a:r>
              <a:rPr lang="en-GB"/>
              <a:t>Click to edit Master title style</a:t>
            </a:r>
            <a:endParaRPr lang="en-GB" dirty="0"/>
          </a:p>
        </p:txBody>
      </p:sp>
      <p:sp>
        <p:nvSpPr>
          <p:cNvPr id="3" name="Content Placeholder 2">
            <a:extLst>
              <a:ext uri="{FF2B5EF4-FFF2-40B4-BE49-F238E27FC236}">
                <a16:creationId xmlns:a16="http://schemas.microsoft.com/office/drawing/2014/main" id="{91BAA0AF-3F50-42BD-84B4-E70C3D004FB2}"/>
              </a:ext>
            </a:extLst>
          </p:cNvPr>
          <p:cNvSpPr>
            <a:spLocks noGrp="1"/>
          </p:cNvSpPr>
          <p:nvPr>
            <p:ph idx="1"/>
          </p:nvPr>
        </p:nvSpPr>
        <p:spPr>
          <a:xfrm>
            <a:off x="5183188" y="2199340"/>
            <a:ext cx="5780468" cy="3661710"/>
          </a:xfrm>
        </p:spPr>
        <p:txBody>
          <a:bodyPr rtlCol="0"/>
          <a:lstStyle>
            <a:lvl1pPr>
              <a:defRPr sz="2400"/>
            </a:lvl1pPr>
            <a:lvl2pPr>
              <a:defRPr sz="2200"/>
            </a:lvl2pPr>
            <a:lvl3pPr>
              <a:defRPr sz="2000"/>
            </a:lvl3pPr>
            <a:lvl4pPr>
              <a:defRPr sz="1800"/>
            </a:lvl4pPr>
            <a:lvl5pPr>
              <a:defRPr sz="1600"/>
            </a:lvl5pPr>
            <a:lvl6pPr>
              <a:defRPr sz="2000"/>
            </a:lvl6pPr>
            <a:lvl7pPr>
              <a:defRPr sz="2000"/>
            </a:lvl7pPr>
            <a:lvl8pPr>
              <a:defRPr sz="2000"/>
            </a:lvl8pPr>
            <a:lvl9pPr>
              <a:defRPr sz="2000"/>
            </a:lvl9pPr>
          </a:lstStyle>
          <a:p>
            <a:pPr lvl="0" rtl="0"/>
            <a:r>
              <a:rPr lang="en-GB"/>
              <a:t>Click to edit Master text styles</a:t>
            </a:r>
          </a:p>
          <a:p>
            <a:pPr lvl="1" rtl="0"/>
            <a:r>
              <a:rPr lang="en-GB"/>
              <a:t>Second level</a:t>
            </a:r>
          </a:p>
          <a:p>
            <a:pPr lvl="2" rtl="0"/>
            <a:r>
              <a:rPr lang="en-GB"/>
              <a:t>Third level</a:t>
            </a:r>
          </a:p>
          <a:p>
            <a:pPr lvl="3" rtl="0"/>
            <a:r>
              <a:rPr lang="en-GB"/>
              <a:t>Fourth level</a:t>
            </a:r>
          </a:p>
          <a:p>
            <a:pPr lvl="4" rtl="0"/>
            <a:r>
              <a:rPr lang="en-GB"/>
              <a:t>Fifth level</a:t>
            </a:r>
            <a:endParaRPr lang="en-GB" dirty="0"/>
          </a:p>
        </p:txBody>
      </p:sp>
      <p:sp>
        <p:nvSpPr>
          <p:cNvPr id="4" name="Text Placeholder 3">
            <a:extLst>
              <a:ext uri="{FF2B5EF4-FFF2-40B4-BE49-F238E27FC236}">
                <a16:creationId xmlns:a16="http://schemas.microsoft.com/office/drawing/2014/main" id="{699C702B-2C4D-4590-8BEE-31940145C77A}"/>
              </a:ext>
            </a:extLst>
          </p:cNvPr>
          <p:cNvSpPr>
            <a:spLocks noGrp="1"/>
          </p:cNvSpPr>
          <p:nvPr>
            <p:ph type="body" sz="half" idx="2"/>
          </p:nvPr>
        </p:nvSpPr>
        <p:spPr>
          <a:xfrm>
            <a:off x="420624" y="2199340"/>
            <a:ext cx="4489180" cy="3669647"/>
          </a:xfrm>
        </p:spPr>
        <p:txBody>
          <a:bodyPr rtlCol="0">
            <a:normAutofit/>
          </a:bodyPr>
          <a:lstStyle>
            <a:lvl1pPr marL="0" indent="0">
              <a:buNone/>
              <a:defRPr sz="2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en-GB"/>
              <a:t>Click to edit Master text styles</a:t>
            </a:r>
          </a:p>
        </p:txBody>
      </p:sp>
      <p:sp>
        <p:nvSpPr>
          <p:cNvPr id="5" name="Date Placeholder 4">
            <a:extLst>
              <a:ext uri="{FF2B5EF4-FFF2-40B4-BE49-F238E27FC236}">
                <a16:creationId xmlns:a16="http://schemas.microsoft.com/office/drawing/2014/main" id="{2794813E-250B-4422-AE46-5E1AB964A417}"/>
              </a:ext>
            </a:extLst>
          </p:cNvPr>
          <p:cNvSpPr>
            <a:spLocks noGrp="1"/>
          </p:cNvSpPr>
          <p:nvPr>
            <p:ph type="dt" sz="half" idx="10"/>
          </p:nvPr>
        </p:nvSpPr>
        <p:spPr>
          <a:xfrm>
            <a:off x="420624" y="6217920"/>
            <a:ext cx="2743200" cy="640080"/>
          </a:xfrm>
        </p:spPr>
        <p:txBody>
          <a:bodyPr rtlCol="0"/>
          <a:lstStyle/>
          <a:p>
            <a:pPr rtl="0"/>
            <a:r>
              <a:rPr lang="en-GB"/>
              <a:t>Monday, February 1, 20XX</a:t>
            </a:r>
          </a:p>
        </p:txBody>
      </p:sp>
      <p:sp>
        <p:nvSpPr>
          <p:cNvPr id="6" name="Footer Placeholder 5">
            <a:extLst>
              <a:ext uri="{FF2B5EF4-FFF2-40B4-BE49-F238E27FC236}">
                <a16:creationId xmlns:a16="http://schemas.microsoft.com/office/drawing/2014/main" id="{61CB5B81-E9CC-45F3-8EF1-35D2C8FF1550}"/>
              </a:ext>
            </a:extLst>
          </p:cNvPr>
          <p:cNvSpPr>
            <a:spLocks noGrp="1"/>
          </p:cNvSpPr>
          <p:nvPr>
            <p:ph type="ftr" sz="quarter" idx="11"/>
          </p:nvPr>
        </p:nvSpPr>
        <p:spPr/>
        <p:txBody>
          <a:bodyPr rtlCol="0"/>
          <a:lstStyle/>
          <a:p>
            <a:pPr rtl="0"/>
            <a:r>
              <a:rPr lang="en-GB"/>
              <a:t>Sample Footer Text</a:t>
            </a:r>
          </a:p>
        </p:txBody>
      </p:sp>
      <p:sp>
        <p:nvSpPr>
          <p:cNvPr id="7" name="Slide Number Placeholder 6">
            <a:extLst>
              <a:ext uri="{FF2B5EF4-FFF2-40B4-BE49-F238E27FC236}">
                <a16:creationId xmlns:a16="http://schemas.microsoft.com/office/drawing/2014/main" id="{F5DA7E97-5A73-4602-9582-6CDACB9185F3}"/>
              </a:ext>
            </a:extLst>
          </p:cNvPr>
          <p:cNvSpPr>
            <a:spLocks noGrp="1"/>
          </p:cNvSpPr>
          <p:nvPr>
            <p:ph type="sldNum" sz="quarter" idx="12"/>
          </p:nvPr>
        </p:nvSpPr>
        <p:spPr/>
        <p:txBody>
          <a:bodyPr rtlCol="0"/>
          <a:lstStyle/>
          <a:p>
            <a:pPr rtl="0"/>
            <a:fld id="{3A4F6043-7A67-491B-98BC-F933DED7226D}" type="slidenum">
              <a:rPr lang="en-GB" smtClean="0"/>
              <a:pPr/>
              <a:t>‹#›</a:t>
            </a:fld>
            <a:endParaRPr lang="en-GB" dirty="0"/>
          </a:p>
        </p:txBody>
      </p:sp>
    </p:spTree>
    <p:extLst>
      <p:ext uri="{BB962C8B-B14F-4D97-AF65-F5344CB8AC3E}">
        <p14:creationId xmlns:p14="http://schemas.microsoft.com/office/powerpoint/2010/main" val="175851332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5334B-3019-4CA1-B658-779001922412}"/>
              </a:ext>
            </a:extLst>
          </p:cNvPr>
          <p:cNvSpPr>
            <a:spLocks noGrp="1"/>
          </p:cNvSpPr>
          <p:nvPr>
            <p:ph type="title"/>
          </p:nvPr>
        </p:nvSpPr>
        <p:spPr>
          <a:xfrm>
            <a:off x="420624" y="457200"/>
            <a:ext cx="4489180" cy="1600200"/>
          </a:xfrm>
        </p:spPr>
        <p:txBody>
          <a:bodyPr rtlCol="0" anchor="b">
            <a:normAutofit/>
          </a:bodyPr>
          <a:lstStyle>
            <a:lvl1pPr>
              <a:defRPr sz="4400"/>
            </a:lvl1pPr>
          </a:lstStyle>
          <a:p>
            <a:pPr rtl="0"/>
            <a:r>
              <a:rPr lang="en-GB"/>
              <a:t>Click to edit Master title style</a:t>
            </a:r>
            <a:endParaRPr lang="en-GB" dirty="0"/>
          </a:p>
        </p:txBody>
      </p:sp>
      <p:sp>
        <p:nvSpPr>
          <p:cNvPr id="3" name="Picture Placeholder 2">
            <a:extLst>
              <a:ext uri="{FF2B5EF4-FFF2-40B4-BE49-F238E27FC236}">
                <a16:creationId xmlns:a16="http://schemas.microsoft.com/office/drawing/2014/main" id="{AFD3CC12-FD6B-41A3-BF67-D600CC4383A3}"/>
              </a:ext>
            </a:extLst>
          </p:cNvPr>
          <p:cNvSpPr>
            <a:spLocks noGrp="1"/>
          </p:cNvSpPr>
          <p:nvPr>
            <p:ph type="pic" idx="1"/>
          </p:nvPr>
        </p:nvSpPr>
        <p:spPr>
          <a:xfrm>
            <a:off x="5183188" y="987425"/>
            <a:ext cx="6172200" cy="4873625"/>
          </a:xfrm>
        </p:spPr>
        <p:txBody>
          <a:bodyPr rtlCol="0">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en-GB"/>
              <a:t>Click icon to add picture</a:t>
            </a:r>
          </a:p>
        </p:txBody>
      </p:sp>
      <p:sp>
        <p:nvSpPr>
          <p:cNvPr id="4" name="Text Placeholder 3">
            <a:extLst>
              <a:ext uri="{FF2B5EF4-FFF2-40B4-BE49-F238E27FC236}">
                <a16:creationId xmlns:a16="http://schemas.microsoft.com/office/drawing/2014/main" id="{0DDB2BD5-DC18-460B-BFCC-5B2447D2B094}"/>
              </a:ext>
            </a:extLst>
          </p:cNvPr>
          <p:cNvSpPr>
            <a:spLocks noGrp="1"/>
          </p:cNvSpPr>
          <p:nvPr>
            <p:ph type="body" sz="half" idx="2"/>
          </p:nvPr>
        </p:nvSpPr>
        <p:spPr>
          <a:xfrm>
            <a:off x="420624" y="2199340"/>
            <a:ext cx="4489180" cy="3669647"/>
          </a:xfrm>
        </p:spPr>
        <p:txBody>
          <a:bodyPr rtlCol="0">
            <a:normAutofit/>
          </a:bodyPr>
          <a:lstStyle>
            <a:lvl1pPr marL="0" indent="0">
              <a:buNone/>
              <a:defRPr sz="2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en-GB"/>
              <a:t>Click to edit Master text styles</a:t>
            </a:r>
          </a:p>
        </p:txBody>
      </p:sp>
      <p:sp>
        <p:nvSpPr>
          <p:cNvPr id="5" name="Date Placeholder 4">
            <a:extLst>
              <a:ext uri="{FF2B5EF4-FFF2-40B4-BE49-F238E27FC236}">
                <a16:creationId xmlns:a16="http://schemas.microsoft.com/office/drawing/2014/main" id="{8BAF6305-9768-4792-866C-91238D45695D}"/>
              </a:ext>
            </a:extLst>
          </p:cNvPr>
          <p:cNvSpPr>
            <a:spLocks noGrp="1"/>
          </p:cNvSpPr>
          <p:nvPr>
            <p:ph type="dt" sz="half" idx="10"/>
          </p:nvPr>
        </p:nvSpPr>
        <p:spPr>
          <a:xfrm>
            <a:off x="420624" y="6217920"/>
            <a:ext cx="2743200" cy="640080"/>
          </a:xfrm>
        </p:spPr>
        <p:txBody>
          <a:bodyPr rtlCol="0"/>
          <a:lstStyle/>
          <a:p>
            <a:pPr rtl="0"/>
            <a:r>
              <a:rPr lang="en-GB"/>
              <a:t>Monday, February 1, 20XX</a:t>
            </a:r>
          </a:p>
        </p:txBody>
      </p:sp>
      <p:sp>
        <p:nvSpPr>
          <p:cNvPr id="6" name="Footer Placeholder 5">
            <a:extLst>
              <a:ext uri="{FF2B5EF4-FFF2-40B4-BE49-F238E27FC236}">
                <a16:creationId xmlns:a16="http://schemas.microsoft.com/office/drawing/2014/main" id="{2CDBF050-0FF1-499F-936E-FAAE50DC3D3E}"/>
              </a:ext>
            </a:extLst>
          </p:cNvPr>
          <p:cNvSpPr>
            <a:spLocks noGrp="1"/>
          </p:cNvSpPr>
          <p:nvPr>
            <p:ph type="ftr" sz="quarter" idx="11"/>
          </p:nvPr>
        </p:nvSpPr>
        <p:spPr/>
        <p:txBody>
          <a:bodyPr rtlCol="0"/>
          <a:lstStyle/>
          <a:p>
            <a:pPr rtl="0"/>
            <a:r>
              <a:rPr lang="en-GB"/>
              <a:t>Sample Footer Text</a:t>
            </a:r>
          </a:p>
        </p:txBody>
      </p:sp>
      <p:sp>
        <p:nvSpPr>
          <p:cNvPr id="7" name="Slide Number Placeholder 6">
            <a:extLst>
              <a:ext uri="{FF2B5EF4-FFF2-40B4-BE49-F238E27FC236}">
                <a16:creationId xmlns:a16="http://schemas.microsoft.com/office/drawing/2014/main" id="{08902C2E-1542-46B4-85B1-7A4B3F7724FC}"/>
              </a:ext>
            </a:extLst>
          </p:cNvPr>
          <p:cNvSpPr>
            <a:spLocks noGrp="1"/>
          </p:cNvSpPr>
          <p:nvPr>
            <p:ph type="sldNum" sz="quarter" idx="12"/>
          </p:nvPr>
        </p:nvSpPr>
        <p:spPr/>
        <p:txBody>
          <a:bodyPr rtlCol="0"/>
          <a:lstStyle/>
          <a:p>
            <a:pPr rtl="0"/>
            <a:fld id="{3A4F6043-7A67-491B-98BC-F933DED7226D}" type="slidenum">
              <a:rPr lang="en-GB" smtClean="0"/>
              <a:pPr/>
              <a:t>‹#›</a:t>
            </a:fld>
            <a:endParaRPr lang="en-GB" dirty="0"/>
          </a:p>
        </p:txBody>
      </p:sp>
    </p:spTree>
    <p:extLst>
      <p:ext uri="{BB962C8B-B14F-4D97-AF65-F5344CB8AC3E}">
        <p14:creationId xmlns:p14="http://schemas.microsoft.com/office/powerpoint/2010/main" val="5816988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586836B-C327-49CB-ADF2-2E730C4A91BF}"/>
              </a:ext>
            </a:extLst>
          </p:cNvPr>
          <p:cNvSpPr/>
          <p:nvPr/>
        </p:nvSpPr>
        <p:spPr>
          <a:xfrm>
            <a:off x="0"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9" name="Rectangle 8">
            <a:extLst>
              <a:ext uri="{FF2B5EF4-FFF2-40B4-BE49-F238E27FC236}">
                <a16:creationId xmlns:a16="http://schemas.microsoft.com/office/drawing/2014/main" id="{88310F61-136C-42B3-981B-FDE3DD0A8135}"/>
              </a:ext>
            </a:extLst>
          </p:cNvPr>
          <p:cNvSpPr/>
          <p:nvPr/>
        </p:nvSpPr>
        <p:spPr>
          <a:xfrm>
            <a:off x="1478322" y="709375"/>
            <a:ext cx="10713675" cy="5419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2" name="Title Placeholder 1">
            <a:extLst>
              <a:ext uri="{FF2B5EF4-FFF2-40B4-BE49-F238E27FC236}">
                <a16:creationId xmlns:a16="http://schemas.microsoft.com/office/drawing/2014/main" id="{392AF870-601F-4570-A8A9-1003F8939C55}"/>
              </a:ext>
            </a:extLst>
          </p:cNvPr>
          <p:cNvSpPr>
            <a:spLocks noGrp="1"/>
          </p:cNvSpPr>
          <p:nvPr>
            <p:ph type="title"/>
          </p:nvPr>
        </p:nvSpPr>
        <p:spPr>
          <a:xfrm>
            <a:off x="420624" y="365125"/>
            <a:ext cx="10543032" cy="1325563"/>
          </a:xfrm>
          <a:prstGeom prst="rect">
            <a:avLst/>
          </a:prstGeom>
        </p:spPr>
        <p:txBody>
          <a:bodyPr vert="horz" lIns="91440" tIns="45720" rIns="91440" bIns="45720" rtlCol="0" anchor="ctr">
            <a:normAutofit/>
          </a:bodyPr>
          <a:lstStyle/>
          <a:p>
            <a:pPr rtl="0"/>
            <a:r>
              <a:rPr lang="en-GB"/>
              <a:t>Click to edit Master title style</a:t>
            </a:r>
            <a:endParaRPr lang="en-GB" dirty="0"/>
          </a:p>
        </p:txBody>
      </p:sp>
      <p:sp>
        <p:nvSpPr>
          <p:cNvPr id="3" name="Text Placeholder 2">
            <a:extLst>
              <a:ext uri="{FF2B5EF4-FFF2-40B4-BE49-F238E27FC236}">
                <a16:creationId xmlns:a16="http://schemas.microsoft.com/office/drawing/2014/main" id="{EBCCCECD-B6E7-4C40-8A84-65FD5A3F0AE2}"/>
              </a:ext>
            </a:extLst>
          </p:cNvPr>
          <p:cNvSpPr>
            <a:spLocks noGrp="1"/>
          </p:cNvSpPr>
          <p:nvPr>
            <p:ph type="body" idx="1"/>
          </p:nvPr>
        </p:nvSpPr>
        <p:spPr>
          <a:xfrm>
            <a:off x="420624" y="1825625"/>
            <a:ext cx="10543032" cy="4351338"/>
          </a:xfrm>
          <a:prstGeom prst="rect">
            <a:avLst/>
          </a:prstGeom>
        </p:spPr>
        <p:txBody>
          <a:bodyPr vert="horz" lIns="91440" tIns="45720" rIns="91440" bIns="45720" rtlCol="0">
            <a:normAutofit/>
          </a:bodyPr>
          <a:lstStyle/>
          <a:p>
            <a:pPr lvl="0" rtl="0"/>
            <a:r>
              <a:rPr lang="en-GB"/>
              <a:t>Click to edit Master text styles</a:t>
            </a:r>
          </a:p>
          <a:p>
            <a:pPr lvl="1" rtl="0"/>
            <a:r>
              <a:rPr lang="en-GB"/>
              <a:t>Second level</a:t>
            </a:r>
          </a:p>
          <a:p>
            <a:pPr lvl="2" rtl="0"/>
            <a:r>
              <a:rPr lang="en-GB"/>
              <a:t>Third level</a:t>
            </a:r>
          </a:p>
          <a:p>
            <a:pPr lvl="3" rtl="0"/>
            <a:r>
              <a:rPr lang="en-GB"/>
              <a:t>Fourth level</a:t>
            </a:r>
          </a:p>
          <a:p>
            <a:pPr lvl="4" rtl="0"/>
            <a:r>
              <a:rPr lang="en-GB"/>
              <a:t>Fifth level</a:t>
            </a:r>
            <a:endParaRPr lang="en-GB" dirty="0"/>
          </a:p>
        </p:txBody>
      </p:sp>
      <p:sp>
        <p:nvSpPr>
          <p:cNvPr id="4" name="Date Placeholder 3">
            <a:extLst>
              <a:ext uri="{FF2B5EF4-FFF2-40B4-BE49-F238E27FC236}">
                <a16:creationId xmlns:a16="http://schemas.microsoft.com/office/drawing/2014/main" id="{C43EFA4D-0E39-4E26-B43C-5D1084B3BAE2}"/>
              </a:ext>
            </a:extLst>
          </p:cNvPr>
          <p:cNvSpPr>
            <a:spLocks noGrp="1"/>
          </p:cNvSpPr>
          <p:nvPr>
            <p:ph type="dt" sz="half" idx="2"/>
          </p:nvPr>
        </p:nvSpPr>
        <p:spPr>
          <a:xfrm>
            <a:off x="420624" y="6217920"/>
            <a:ext cx="2743200" cy="640080"/>
          </a:xfrm>
          <a:prstGeom prst="rect">
            <a:avLst/>
          </a:prstGeom>
        </p:spPr>
        <p:txBody>
          <a:bodyPr vert="horz" lIns="91440" tIns="45720" rIns="91440" bIns="45720" rtlCol="0" anchor="ctr"/>
          <a:lstStyle>
            <a:lvl1pPr algn="l">
              <a:defRPr sz="1200">
                <a:solidFill>
                  <a:schemeClr val="tx2"/>
                </a:solidFill>
              </a:defRPr>
            </a:lvl1pPr>
          </a:lstStyle>
          <a:p>
            <a:pPr rtl="0"/>
            <a:r>
              <a:rPr lang="en-GB"/>
              <a:t>Monday, February 1, 20XX</a:t>
            </a:r>
          </a:p>
        </p:txBody>
      </p:sp>
      <p:sp>
        <p:nvSpPr>
          <p:cNvPr id="5" name="Footer Placeholder 4">
            <a:extLst>
              <a:ext uri="{FF2B5EF4-FFF2-40B4-BE49-F238E27FC236}">
                <a16:creationId xmlns:a16="http://schemas.microsoft.com/office/drawing/2014/main" id="{AE8851EA-2F2C-4012-8B96-51179BDD11B7}"/>
              </a:ext>
            </a:extLst>
          </p:cNvPr>
          <p:cNvSpPr>
            <a:spLocks noGrp="1"/>
          </p:cNvSpPr>
          <p:nvPr>
            <p:ph type="ftr" sz="quarter" idx="3"/>
          </p:nvPr>
        </p:nvSpPr>
        <p:spPr>
          <a:xfrm>
            <a:off x="3767328" y="6217920"/>
            <a:ext cx="7196328" cy="640080"/>
          </a:xfrm>
          <a:prstGeom prst="rect">
            <a:avLst/>
          </a:prstGeom>
        </p:spPr>
        <p:txBody>
          <a:bodyPr vert="horz" lIns="91440" tIns="45720" rIns="91440" bIns="45720" rtlCol="0" anchor="ctr"/>
          <a:lstStyle>
            <a:lvl1pPr algn="r">
              <a:defRPr sz="1200">
                <a:solidFill>
                  <a:schemeClr val="tx2"/>
                </a:solidFill>
              </a:defRPr>
            </a:lvl1pPr>
          </a:lstStyle>
          <a:p>
            <a:pPr rtl="0"/>
            <a:r>
              <a:rPr lang="en-GB"/>
              <a:t>Sample Footer Text</a:t>
            </a:r>
          </a:p>
        </p:txBody>
      </p:sp>
      <p:sp>
        <p:nvSpPr>
          <p:cNvPr id="6" name="Slide Number Placeholder 5">
            <a:extLst>
              <a:ext uri="{FF2B5EF4-FFF2-40B4-BE49-F238E27FC236}">
                <a16:creationId xmlns:a16="http://schemas.microsoft.com/office/drawing/2014/main" id="{17BB8ACB-7A60-4D76-A149-0C57A30E0161}"/>
              </a:ext>
            </a:extLst>
          </p:cNvPr>
          <p:cNvSpPr>
            <a:spLocks noGrp="1"/>
          </p:cNvSpPr>
          <p:nvPr>
            <p:ph type="sldNum" sz="quarter" idx="4"/>
          </p:nvPr>
        </p:nvSpPr>
        <p:spPr>
          <a:xfrm>
            <a:off x="11503152" y="0"/>
            <a:ext cx="685800" cy="685800"/>
          </a:xfrm>
          <a:prstGeom prst="rect">
            <a:avLst/>
          </a:prstGeom>
        </p:spPr>
        <p:txBody>
          <a:bodyPr vert="horz" lIns="91440" tIns="45720" rIns="91440" bIns="45720" rtlCol="0" anchor="ctr"/>
          <a:lstStyle>
            <a:lvl1pPr algn="ctr">
              <a:defRPr sz="1200">
                <a:solidFill>
                  <a:schemeClr val="tx2"/>
                </a:solidFill>
              </a:defRPr>
            </a:lvl1pPr>
          </a:lstStyle>
          <a:p>
            <a:pPr rtl="0"/>
            <a:fld id="{3A4F6043-7A67-491B-98BC-F933DED7226D}" type="slidenum">
              <a:rPr lang="en-GB" smtClean="0"/>
              <a:pPr/>
              <a:t>‹#›</a:t>
            </a:fld>
            <a:endParaRPr lang="en-GB" dirty="0"/>
          </a:p>
        </p:txBody>
      </p:sp>
    </p:spTree>
    <p:extLst>
      <p:ext uri="{BB962C8B-B14F-4D97-AF65-F5344CB8AC3E}">
        <p14:creationId xmlns:p14="http://schemas.microsoft.com/office/powerpoint/2010/main" val="813505422"/>
      </p:ext>
    </p:extLst>
  </p:cSld>
  <p:clrMap bg1="lt1" tx1="dk1" bg2="lt2" tx2="dk2" accent1="accent1" accent2="accent2" accent3="accent3" accent4="accent4" accent5="accent5" accent6="accent6" hlink="hlink" folHlink="folHlink"/>
  <p:sldLayoutIdLst>
    <p:sldLayoutId id="2147483807" r:id="rId1"/>
    <p:sldLayoutId id="2147483806" r:id="rId2"/>
    <p:sldLayoutId id="2147483808" r:id="rId3"/>
    <p:sldLayoutId id="2147483817" r:id="rId4"/>
    <p:sldLayoutId id="2147483795" r:id="rId5"/>
    <p:sldLayoutId id="2147483811" r:id="rId6"/>
    <p:sldLayoutId id="2147483816" r:id="rId7"/>
    <p:sldLayoutId id="2147483812" r:id="rId8"/>
    <p:sldLayoutId id="2147483813" r:id="rId9"/>
    <p:sldLayoutId id="2147483814" r:id="rId10"/>
    <p:sldLayoutId id="2147483815" r:id="rId11"/>
    <p:sldLayoutId id="2147483794" r:id="rId12"/>
    <p:sldLayoutId id="2147483796" r:id="rId13"/>
    <p:sldLayoutId id="2147483797" r:id="rId14"/>
    <p:sldLayoutId id="2147483798" r:id="rId15"/>
    <p:sldLayoutId id="2147483799" r:id="rId16"/>
    <p:sldLayoutId id="2147483800" r:id="rId17"/>
    <p:sldLayoutId id="2147483801" r:id="rId18"/>
    <p:sldLayoutId id="2147483802" r:id="rId19"/>
  </p:sldLayoutIdLst>
  <p:hf hdr="0"/>
  <p:txStyles>
    <p:titleStyle>
      <a:lvl1pPr algn="l" defTabSz="914400" rtl="0" eaLnBrk="1" latinLnBrk="0" hangingPunct="1">
        <a:lnSpc>
          <a:spcPct val="90000"/>
        </a:lnSpc>
        <a:spcBef>
          <a:spcPct val="0"/>
        </a:spcBef>
        <a:buNone/>
        <a:defRPr sz="4400" kern="1200">
          <a:solidFill>
            <a:schemeClr val="tx2"/>
          </a:solidFill>
          <a:latin typeface="+mj-lt"/>
          <a:ea typeface="+mj-ea"/>
          <a:cs typeface="+mj-cs"/>
        </a:defRPr>
      </a:lvl1pPr>
    </p:titleStyle>
    <p:bodyStyle>
      <a:lvl1pPr marL="228600" indent="-228600" algn="l" defTabSz="914400" rtl="0" eaLnBrk="1" latinLnBrk="0" hangingPunct="1">
        <a:lnSpc>
          <a:spcPts val="2800"/>
        </a:lnSpc>
        <a:spcBef>
          <a:spcPts val="1000"/>
        </a:spcBef>
        <a:buClr>
          <a:schemeClr val="accent2"/>
        </a:buClr>
        <a:buFont typeface="Wingdings 2" panose="05020102010507070707" pitchFamily="18" charset="2"/>
        <a:buChar char=""/>
        <a:defRPr sz="2400" kern="1200">
          <a:solidFill>
            <a:schemeClr val="tx2"/>
          </a:solidFill>
          <a:latin typeface="+mn-lt"/>
          <a:ea typeface="+mn-ea"/>
          <a:cs typeface="+mn-cs"/>
        </a:defRPr>
      </a:lvl1pPr>
      <a:lvl2pPr marL="685800" indent="-228600" algn="l" defTabSz="914400" rtl="0" eaLnBrk="1" latinLnBrk="0" hangingPunct="1">
        <a:lnSpc>
          <a:spcPts val="2800"/>
        </a:lnSpc>
        <a:spcBef>
          <a:spcPts val="500"/>
        </a:spcBef>
        <a:buClr>
          <a:schemeClr val="accent2"/>
        </a:buClr>
        <a:buFont typeface="Wingdings 2" panose="05020102010507070707" pitchFamily="18" charset="2"/>
        <a:buChar char=""/>
        <a:defRPr sz="2000" kern="1200">
          <a:solidFill>
            <a:schemeClr val="tx2"/>
          </a:solidFill>
          <a:latin typeface="+mn-lt"/>
          <a:ea typeface="+mn-ea"/>
          <a:cs typeface="+mn-cs"/>
        </a:defRPr>
      </a:lvl2pPr>
      <a:lvl3pPr marL="1143000" indent="-228600" algn="l" defTabSz="914400" rtl="0" eaLnBrk="1" latinLnBrk="0" hangingPunct="1">
        <a:lnSpc>
          <a:spcPts val="2800"/>
        </a:lnSpc>
        <a:spcBef>
          <a:spcPts val="500"/>
        </a:spcBef>
        <a:buClr>
          <a:schemeClr val="accent2"/>
        </a:buClr>
        <a:buFont typeface="Wingdings 2" panose="05020102010507070707" pitchFamily="18" charset="2"/>
        <a:buChar char=""/>
        <a:defRPr sz="1800" kern="1200">
          <a:solidFill>
            <a:schemeClr val="tx2"/>
          </a:solidFill>
          <a:latin typeface="+mn-lt"/>
          <a:ea typeface="+mn-ea"/>
          <a:cs typeface="+mn-cs"/>
        </a:defRPr>
      </a:lvl3pPr>
      <a:lvl4pPr marL="1600200" indent="-228600" algn="l" defTabSz="914400" rtl="0" eaLnBrk="1" latinLnBrk="0" hangingPunct="1">
        <a:lnSpc>
          <a:spcPts val="2800"/>
        </a:lnSpc>
        <a:spcBef>
          <a:spcPts val="500"/>
        </a:spcBef>
        <a:buClr>
          <a:schemeClr val="accent2"/>
        </a:buClr>
        <a:buFont typeface="Wingdings 2" panose="05020102010507070707" pitchFamily="18" charset="2"/>
        <a:buChar char=""/>
        <a:defRPr sz="1600" kern="1200">
          <a:solidFill>
            <a:schemeClr val="tx2"/>
          </a:solidFill>
          <a:latin typeface="+mn-lt"/>
          <a:ea typeface="+mn-ea"/>
          <a:cs typeface="+mn-cs"/>
        </a:defRPr>
      </a:lvl4pPr>
      <a:lvl5pPr marL="2057400" indent="-228600" algn="l" defTabSz="914400" rtl="0" eaLnBrk="1" latinLnBrk="0" hangingPunct="1">
        <a:lnSpc>
          <a:spcPts val="2800"/>
        </a:lnSpc>
        <a:spcBef>
          <a:spcPts val="500"/>
        </a:spcBef>
        <a:buClr>
          <a:schemeClr val="accent2"/>
        </a:buClr>
        <a:buFont typeface="Wingdings 2" panose="05020102010507070707" pitchFamily="18" charset="2"/>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g"/><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image" Target="../media/image15.jpg"/><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94257CD-11EF-4848-8D0C-C19CF6154B50}"/>
              </a:ext>
            </a:extLst>
          </p:cNvPr>
          <p:cNvSpPr>
            <a:spLocks noGrp="1"/>
          </p:cNvSpPr>
          <p:nvPr>
            <p:ph type="ctrTitle"/>
          </p:nvPr>
        </p:nvSpPr>
        <p:spPr>
          <a:xfrm>
            <a:off x="422898" y="576263"/>
            <a:ext cx="4977777" cy="2967606"/>
          </a:xfrm>
        </p:spPr>
        <p:txBody>
          <a:bodyPr rtlCol="0" anchor="b">
            <a:normAutofit/>
          </a:bodyPr>
          <a:lstStyle/>
          <a:p>
            <a:pPr rtl="0"/>
            <a:r>
              <a:rPr lang="en-GB" sz="4800"/>
              <a:t>Implementation of BERT-Based QA System for Anime Context</a:t>
            </a:r>
          </a:p>
        </p:txBody>
      </p:sp>
      <p:sp>
        <p:nvSpPr>
          <p:cNvPr id="4" name="Subtitle 3">
            <a:extLst>
              <a:ext uri="{FF2B5EF4-FFF2-40B4-BE49-F238E27FC236}">
                <a16:creationId xmlns:a16="http://schemas.microsoft.com/office/drawing/2014/main" id="{B5E34824-B508-4F9B-9AF8-D7C38E7F37AB}"/>
              </a:ext>
            </a:extLst>
          </p:cNvPr>
          <p:cNvSpPr>
            <a:spLocks noGrp="1"/>
          </p:cNvSpPr>
          <p:nvPr>
            <p:ph type="subTitle" idx="1"/>
          </p:nvPr>
        </p:nvSpPr>
        <p:spPr>
          <a:xfrm>
            <a:off x="422898" y="3764975"/>
            <a:ext cx="4977777" cy="2192683"/>
          </a:xfrm>
        </p:spPr>
        <p:txBody>
          <a:bodyPr rtlCol="0">
            <a:normAutofit/>
          </a:bodyPr>
          <a:lstStyle/>
          <a:p>
            <a:pPr rtl="0"/>
            <a:r>
              <a:rPr lang="en-GB" dirty="0"/>
              <a:t>2119167</a:t>
            </a:r>
          </a:p>
          <a:p>
            <a:pPr rtl="0"/>
            <a:r>
              <a:rPr lang="en-GB" dirty="0"/>
              <a:t>Machine Learning</a:t>
            </a:r>
          </a:p>
        </p:txBody>
      </p:sp>
      <p:pic>
        <p:nvPicPr>
          <p:cNvPr id="8" name="Picture Placeholder 7" descr="A cartoon of a child wearing headphones and a book">
            <a:extLst>
              <a:ext uri="{FF2B5EF4-FFF2-40B4-BE49-F238E27FC236}">
                <a16:creationId xmlns:a16="http://schemas.microsoft.com/office/drawing/2014/main" id="{F5661F2B-626D-5C2E-1847-9E43769E9337}"/>
              </a:ext>
            </a:extLst>
          </p:cNvPr>
          <p:cNvPicPr>
            <a:picLocks noGrp="1" noChangeAspect="1"/>
          </p:cNvPicPr>
          <p:nvPr>
            <p:ph type="pic" sz="quarter" idx="13"/>
          </p:nvPr>
        </p:nvPicPr>
        <p:blipFill rotWithShape="1">
          <a:blip r:embed="rId3"/>
          <a:srcRect l="20104" r="6598" b="-1"/>
          <a:stretch/>
        </p:blipFill>
        <p:spPr>
          <a:xfrm>
            <a:off x="6483096" y="10"/>
            <a:ext cx="5020056" cy="6848846"/>
          </a:xfrm>
          <a:noFill/>
        </p:spPr>
      </p:pic>
    </p:spTree>
    <p:extLst>
      <p:ext uri="{BB962C8B-B14F-4D97-AF65-F5344CB8AC3E}">
        <p14:creationId xmlns:p14="http://schemas.microsoft.com/office/powerpoint/2010/main" val="23712320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A689D8-CDAC-4215-96CD-8548432CE4D6}"/>
              </a:ext>
            </a:extLst>
          </p:cNvPr>
          <p:cNvSpPr>
            <a:spLocks noGrp="1"/>
          </p:cNvSpPr>
          <p:nvPr>
            <p:ph type="title"/>
          </p:nvPr>
        </p:nvSpPr>
        <p:spPr>
          <a:xfrm>
            <a:off x="420624" y="505945"/>
            <a:ext cx="10624949" cy="1359884"/>
          </a:xfrm>
        </p:spPr>
        <p:txBody>
          <a:bodyPr rtlCol="0">
            <a:noAutofit/>
          </a:bodyPr>
          <a:lstStyle/>
          <a:p>
            <a:pPr rtl="0"/>
            <a:r>
              <a:rPr lang="en-GB" sz="3200" dirty="0">
                <a:solidFill>
                  <a:schemeClr val="accent1"/>
                </a:solidFill>
              </a:rPr>
              <a:t>Purpose:</a:t>
            </a:r>
            <a:br>
              <a:rPr lang="en-GB" sz="3200" dirty="0"/>
            </a:br>
            <a:r>
              <a:rPr lang="en-GB" sz="3200" b="1" dirty="0">
                <a:latin typeface="Candara Light" panose="020E0502030303020204" pitchFamily="34" charset="0"/>
              </a:rPr>
              <a:t>To develop a question answering system that leverages BERT to enhance user interaction with anime content</a:t>
            </a:r>
          </a:p>
        </p:txBody>
      </p:sp>
      <p:sp>
        <p:nvSpPr>
          <p:cNvPr id="3" name="Content Placeholder 2">
            <a:extLst>
              <a:ext uri="{FF2B5EF4-FFF2-40B4-BE49-F238E27FC236}">
                <a16:creationId xmlns:a16="http://schemas.microsoft.com/office/drawing/2014/main" id="{3110502F-36D4-4E60-B6E9-08628B2C5D5E}"/>
              </a:ext>
            </a:extLst>
          </p:cNvPr>
          <p:cNvSpPr>
            <a:spLocks noGrp="1"/>
          </p:cNvSpPr>
          <p:nvPr>
            <p:ph idx="1"/>
          </p:nvPr>
        </p:nvSpPr>
        <p:spPr>
          <a:xfrm>
            <a:off x="4845122" y="2880452"/>
            <a:ext cx="6355998" cy="3095445"/>
          </a:xfrm>
        </p:spPr>
        <p:txBody>
          <a:bodyPr rtlCol="0">
            <a:normAutofit fontScale="92500"/>
          </a:bodyPr>
          <a:lstStyle/>
          <a:p>
            <a:pPr marL="342900" indent="-342900">
              <a:buFont typeface="Arial" panose="020B0604020202020204" pitchFamily="34" charset="0"/>
              <a:buChar char="•"/>
            </a:pPr>
            <a:r>
              <a:rPr lang="en-GB" dirty="0"/>
              <a:t>Anime combines visual art and storytelling, captivating a global audience and presenting unique challenges for natural language processing.</a:t>
            </a:r>
          </a:p>
          <a:p>
            <a:pPr marL="342900" indent="-342900" rtl="0">
              <a:buFont typeface="Arial" panose="020B0604020202020204" pitchFamily="34" charset="0"/>
              <a:buChar char="•"/>
            </a:pPr>
            <a:r>
              <a:rPr lang="en-GB" dirty="0"/>
              <a:t>Improves accessibility and interaction with related content.</a:t>
            </a:r>
          </a:p>
          <a:p>
            <a:pPr marL="342900" indent="-342900" rtl="0">
              <a:buFont typeface="Arial" panose="020B0604020202020204" pitchFamily="34" charset="0"/>
              <a:buChar char="•"/>
            </a:pPr>
            <a:r>
              <a:rPr lang="en-GB" dirty="0"/>
              <a:t>Provide a platform for both new and seasoned fans to learn about anime narratives and characters</a:t>
            </a:r>
          </a:p>
        </p:txBody>
      </p:sp>
      <p:sp>
        <p:nvSpPr>
          <p:cNvPr id="16" name="Date Placeholder 15">
            <a:extLst>
              <a:ext uri="{FF2B5EF4-FFF2-40B4-BE49-F238E27FC236}">
                <a16:creationId xmlns:a16="http://schemas.microsoft.com/office/drawing/2014/main" id="{77E04B0E-40F7-4745-B762-934BAE25CD21}"/>
              </a:ext>
            </a:extLst>
          </p:cNvPr>
          <p:cNvSpPr>
            <a:spLocks noGrp="1"/>
          </p:cNvSpPr>
          <p:nvPr>
            <p:ph type="dt" sz="half" idx="10"/>
          </p:nvPr>
        </p:nvSpPr>
        <p:spPr>
          <a:xfrm>
            <a:off x="420624" y="6217920"/>
            <a:ext cx="2743200" cy="640080"/>
          </a:xfrm>
        </p:spPr>
        <p:txBody>
          <a:bodyPr rtlCol="0"/>
          <a:lstStyle/>
          <a:p>
            <a:pPr rtl="0"/>
            <a:r>
              <a:rPr lang="en-GB" dirty="0"/>
              <a:t>Tuesday, April 30, 2024</a:t>
            </a:r>
          </a:p>
        </p:txBody>
      </p:sp>
      <p:sp>
        <p:nvSpPr>
          <p:cNvPr id="18" name="Slide Number Placeholder 17">
            <a:extLst>
              <a:ext uri="{FF2B5EF4-FFF2-40B4-BE49-F238E27FC236}">
                <a16:creationId xmlns:a16="http://schemas.microsoft.com/office/drawing/2014/main" id="{462F07E0-F82E-47FF-AC43-8C4327B8EAE6}"/>
              </a:ext>
            </a:extLst>
          </p:cNvPr>
          <p:cNvSpPr>
            <a:spLocks noGrp="1"/>
          </p:cNvSpPr>
          <p:nvPr>
            <p:ph type="sldNum" sz="quarter" idx="12"/>
          </p:nvPr>
        </p:nvSpPr>
        <p:spPr>
          <a:xfrm>
            <a:off x="11503152" y="0"/>
            <a:ext cx="685800" cy="685800"/>
          </a:xfrm>
        </p:spPr>
        <p:txBody>
          <a:bodyPr rtlCol="0"/>
          <a:lstStyle/>
          <a:p>
            <a:pPr rtl="0"/>
            <a:fld id="{3A4F6043-7A67-491B-98BC-F933DED7226D}" type="slidenum">
              <a:rPr lang="en-GB" smtClean="0"/>
              <a:pPr/>
              <a:t>2</a:t>
            </a:fld>
            <a:endParaRPr lang="en-GB" dirty="0"/>
          </a:p>
        </p:txBody>
      </p:sp>
      <p:pic>
        <p:nvPicPr>
          <p:cNvPr id="7" name="Picture Placeholder 6" descr="A robot sitting in a chair in front of a television&#10;&#10;Description automatically generated">
            <a:extLst>
              <a:ext uri="{FF2B5EF4-FFF2-40B4-BE49-F238E27FC236}">
                <a16:creationId xmlns:a16="http://schemas.microsoft.com/office/drawing/2014/main" id="{B1614AC1-0971-B955-DD84-8BCAF9E38EFD}"/>
              </a:ext>
            </a:extLst>
          </p:cNvPr>
          <p:cNvPicPr>
            <a:picLocks noGrp="1" noChangeAspect="1"/>
          </p:cNvPicPr>
          <p:nvPr>
            <p:ph type="pic" sz="quarter" idx="13"/>
          </p:nvPr>
        </p:nvPicPr>
        <p:blipFill>
          <a:blip r:embed="rId2"/>
          <a:srcRect t="15920" b="15920"/>
          <a:stretch>
            <a:fillRect/>
          </a:stretch>
        </p:blipFill>
        <p:spPr/>
      </p:pic>
      <p:pic>
        <p:nvPicPr>
          <p:cNvPr id="14" name="Picture Placeholder 13" descr="A video game art of a monster running through a destroyed wall&#10;&#10;Description automatically generated">
            <a:extLst>
              <a:ext uri="{FF2B5EF4-FFF2-40B4-BE49-F238E27FC236}">
                <a16:creationId xmlns:a16="http://schemas.microsoft.com/office/drawing/2014/main" id="{FD1F267E-CB6C-5485-2BD3-6EBC11D80A7A}"/>
              </a:ext>
            </a:extLst>
          </p:cNvPr>
          <p:cNvPicPr>
            <a:picLocks noGrp="1" noChangeAspect="1"/>
          </p:cNvPicPr>
          <p:nvPr>
            <p:ph type="pic" sz="quarter" idx="15"/>
          </p:nvPr>
        </p:nvPicPr>
        <p:blipFill>
          <a:blip r:embed="rId3"/>
          <a:srcRect t="45" b="45"/>
          <a:stretch>
            <a:fillRect/>
          </a:stretch>
        </p:blipFill>
        <p:spPr/>
      </p:pic>
      <p:pic>
        <p:nvPicPr>
          <p:cNvPr id="22" name="Picture Placeholder 21" descr="A cartoon of a person in a straw hat&#10;&#10;Description automatically generated">
            <a:extLst>
              <a:ext uri="{FF2B5EF4-FFF2-40B4-BE49-F238E27FC236}">
                <a16:creationId xmlns:a16="http://schemas.microsoft.com/office/drawing/2014/main" id="{D74DBC64-D001-9C9B-388B-3F00FA476F54}"/>
              </a:ext>
            </a:extLst>
          </p:cNvPr>
          <p:cNvPicPr>
            <a:picLocks noGrp="1" noChangeAspect="1"/>
          </p:cNvPicPr>
          <p:nvPr>
            <p:ph type="pic" sz="quarter" idx="16"/>
          </p:nvPr>
        </p:nvPicPr>
        <p:blipFill>
          <a:blip r:embed="rId4"/>
          <a:srcRect t="45" b="45"/>
          <a:stretch>
            <a:fillRect/>
          </a:stretch>
        </p:blipFill>
        <p:spPr/>
      </p:pic>
      <p:pic>
        <p:nvPicPr>
          <p:cNvPr id="26" name="Picture Placeholder 25" descr="A cartoon of a child and child&#10;&#10;Description automatically generated">
            <a:extLst>
              <a:ext uri="{FF2B5EF4-FFF2-40B4-BE49-F238E27FC236}">
                <a16:creationId xmlns:a16="http://schemas.microsoft.com/office/drawing/2014/main" id="{7A4F189A-04AE-6B39-9FEF-D920DE6FA3EF}"/>
              </a:ext>
            </a:extLst>
          </p:cNvPr>
          <p:cNvPicPr>
            <a:picLocks noGrp="1" noChangeAspect="1"/>
          </p:cNvPicPr>
          <p:nvPr>
            <p:ph type="pic" sz="quarter" idx="14"/>
          </p:nvPr>
        </p:nvPicPr>
        <p:blipFill>
          <a:blip r:embed="rId5"/>
          <a:srcRect l="8705" r="8705"/>
          <a:stretch>
            <a:fillRect/>
          </a:stretch>
        </p:blipFill>
        <p:spPr/>
      </p:pic>
    </p:spTree>
    <p:extLst>
      <p:ext uri="{BB962C8B-B14F-4D97-AF65-F5344CB8AC3E}">
        <p14:creationId xmlns:p14="http://schemas.microsoft.com/office/powerpoint/2010/main" val="14763093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391794-986C-4679-93EA-5F3C3EE6C82F}"/>
              </a:ext>
            </a:extLst>
          </p:cNvPr>
          <p:cNvSpPr>
            <a:spLocks noGrp="1"/>
          </p:cNvSpPr>
          <p:nvPr>
            <p:ph type="title"/>
          </p:nvPr>
        </p:nvSpPr>
        <p:spPr>
          <a:xfrm>
            <a:off x="420624" y="365125"/>
            <a:ext cx="10543032" cy="1325563"/>
          </a:xfrm>
        </p:spPr>
        <p:txBody>
          <a:bodyPr rtlCol="0" anchor="ctr">
            <a:normAutofit/>
          </a:bodyPr>
          <a:lstStyle/>
          <a:p>
            <a:pPr rtl="0"/>
            <a:r>
              <a:rPr lang="en-GB" dirty="0"/>
              <a:t>How does Bert- Based system works?</a:t>
            </a:r>
          </a:p>
        </p:txBody>
      </p:sp>
      <p:pic>
        <p:nvPicPr>
          <p:cNvPr id="14" name="Picture Placeholder 13" descr="A robot sitting at a desk reading a book&#10;&#10;Description automatically generated">
            <a:extLst>
              <a:ext uri="{FF2B5EF4-FFF2-40B4-BE49-F238E27FC236}">
                <a16:creationId xmlns:a16="http://schemas.microsoft.com/office/drawing/2014/main" id="{1D451529-6BEF-F305-CF1F-DEEF52AA5495}"/>
              </a:ext>
            </a:extLst>
          </p:cNvPr>
          <p:cNvPicPr>
            <a:picLocks noGrp="1" noChangeAspect="1"/>
          </p:cNvPicPr>
          <p:nvPr>
            <p:ph sz="half" idx="1"/>
          </p:nvPr>
        </p:nvPicPr>
        <p:blipFill rotWithShape="1">
          <a:blip r:embed="rId2"/>
          <a:srcRect t="12437" b="12438"/>
          <a:stretch/>
        </p:blipFill>
        <p:spPr>
          <a:xfrm>
            <a:off x="420624" y="1825625"/>
            <a:ext cx="5599176" cy="4206382"/>
          </a:xfrm>
          <a:noFill/>
        </p:spPr>
      </p:pic>
      <p:sp>
        <p:nvSpPr>
          <p:cNvPr id="3" name="Content Placeholder 2">
            <a:extLst>
              <a:ext uri="{FF2B5EF4-FFF2-40B4-BE49-F238E27FC236}">
                <a16:creationId xmlns:a16="http://schemas.microsoft.com/office/drawing/2014/main" id="{2875403B-F6A5-4855-B204-4A9D1F5B268F}"/>
              </a:ext>
            </a:extLst>
          </p:cNvPr>
          <p:cNvSpPr>
            <a:spLocks noGrp="1"/>
          </p:cNvSpPr>
          <p:nvPr>
            <p:ph sz="half" idx="2"/>
          </p:nvPr>
        </p:nvSpPr>
        <p:spPr>
          <a:xfrm>
            <a:off x="6172200" y="1825625"/>
            <a:ext cx="4791456" cy="4206382"/>
          </a:xfrm>
        </p:spPr>
        <p:txBody>
          <a:bodyPr rtlCol="0">
            <a:normAutofit/>
          </a:bodyPr>
          <a:lstStyle/>
          <a:p>
            <a:pPr rtl="0"/>
            <a:r>
              <a:rPr lang="en-GB" sz="2200" dirty="0"/>
              <a:t>The system utilizes the BERT (Bidirectional Encoder Representations from Transformers) model, which processes natural language input to understand and generate responses. It does this by converting text into numerical data that the model can understand, analysing this data to capture context and relationships within the text, and then predicting the most relevant answers based on this analysis.</a:t>
            </a:r>
          </a:p>
        </p:txBody>
      </p:sp>
      <p:sp>
        <p:nvSpPr>
          <p:cNvPr id="10" name="Date Placeholder 9">
            <a:extLst>
              <a:ext uri="{FF2B5EF4-FFF2-40B4-BE49-F238E27FC236}">
                <a16:creationId xmlns:a16="http://schemas.microsoft.com/office/drawing/2014/main" id="{EB4CE206-F42E-4D3A-BF53-47DAC7871854}"/>
              </a:ext>
            </a:extLst>
          </p:cNvPr>
          <p:cNvSpPr>
            <a:spLocks noGrp="1"/>
          </p:cNvSpPr>
          <p:nvPr>
            <p:ph type="dt" sz="half" idx="10"/>
          </p:nvPr>
        </p:nvSpPr>
        <p:spPr>
          <a:xfrm>
            <a:off x="420624" y="6217920"/>
            <a:ext cx="2743200" cy="640080"/>
          </a:xfrm>
        </p:spPr>
        <p:txBody>
          <a:bodyPr rtlCol="0" anchor="ctr">
            <a:normAutofit/>
          </a:bodyPr>
          <a:lstStyle/>
          <a:p>
            <a:pPr rtl="0"/>
            <a:r>
              <a:rPr lang="en-GB" dirty="0"/>
              <a:t>Tuesday April 30, 2024</a:t>
            </a:r>
          </a:p>
        </p:txBody>
      </p:sp>
      <p:sp>
        <p:nvSpPr>
          <p:cNvPr id="12" name="Slide Number Placeholder 11">
            <a:extLst>
              <a:ext uri="{FF2B5EF4-FFF2-40B4-BE49-F238E27FC236}">
                <a16:creationId xmlns:a16="http://schemas.microsoft.com/office/drawing/2014/main" id="{D5AA3B13-D804-4BFF-A675-B65B813F8F83}"/>
              </a:ext>
            </a:extLst>
          </p:cNvPr>
          <p:cNvSpPr>
            <a:spLocks noGrp="1"/>
          </p:cNvSpPr>
          <p:nvPr>
            <p:ph type="sldNum" sz="quarter" idx="12"/>
          </p:nvPr>
        </p:nvSpPr>
        <p:spPr>
          <a:xfrm>
            <a:off x="11503152" y="0"/>
            <a:ext cx="685800" cy="685800"/>
          </a:xfrm>
        </p:spPr>
        <p:txBody>
          <a:bodyPr rtlCol="0" anchor="ctr">
            <a:normAutofit/>
          </a:bodyPr>
          <a:lstStyle/>
          <a:p>
            <a:pPr rtl="0">
              <a:spcAft>
                <a:spcPts val="600"/>
              </a:spcAft>
            </a:pPr>
            <a:fld id="{3A4F6043-7A67-491B-98BC-F933DED7226D}" type="slidenum">
              <a:rPr lang="en-GB" smtClean="0"/>
              <a:pPr rtl="0">
                <a:spcAft>
                  <a:spcPts val="600"/>
                </a:spcAft>
              </a:pPr>
              <a:t>3</a:t>
            </a:fld>
            <a:endParaRPr lang="en-GB"/>
          </a:p>
        </p:txBody>
      </p:sp>
    </p:spTree>
    <p:extLst>
      <p:ext uri="{BB962C8B-B14F-4D97-AF65-F5344CB8AC3E}">
        <p14:creationId xmlns:p14="http://schemas.microsoft.com/office/powerpoint/2010/main" val="11956282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391794-986C-4679-93EA-5F3C3EE6C82F}"/>
              </a:ext>
            </a:extLst>
          </p:cNvPr>
          <p:cNvSpPr>
            <a:spLocks noGrp="1"/>
          </p:cNvSpPr>
          <p:nvPr>
            <p:ph type="title"/>
          </p:nvPr>
        </p:nvSpPr>
        <p:spPr>
          <a:xfrm>
            <a:off x="422897" y="539496"/>
            <a:ext cx="5228393" cy="1561530"/>
          </a:xfrm>
        </p:spPr>
        <p:txBody>
          <a:bodyPr rtlCol="0" anchor="b">
            <a:normAutofit fontScale="90000"/>
          </a:bodyPr>
          <a:lstStyle/>
          <a:p>
            <a:pPr rtl="0"/>
            <a:r>
              <a:rPr lang="en-GB" sz="4800" dirty="0"/>
              <a:t>Why was BERT chosen over other models?</a:t>
            </a:r>
          </a:p>
        </p:txBody>
      </p:sp>
      <p:sp>
        <p:nvSpPr>
          <p:cNvPr id="3" name="Content Placeholder 2">
            <a:extLst>
              <a:ext uri="{FF2B5EF4-FFF2-40B4-BE49-F238E27FC236}">
                <a16:creationId xmlns:a16="http://schemas.microsoft.com/office/drawing/2014/main" id="{2875403B-F6A5-4855-B204-4A9D1F5B268F}"/>
              </a:ext>
            </a:extLst>
          </p:cNvPr>
          <p:cNvSpPr>
            <a:spLocks noGrp="1"/>
          </p:cNvSpPr>
          <p:nvPr>
            <p:ph idx="1"/>
          </p:nvPr>
        </p:nvSpPr>
        <p:spPr>
          <a:xfrm>
            <a:off x="420624" y="2473272"/>
            <a:ext cx="5228392" cy="3438324"/>
          </a:xfrm>
        </p:spPr>
        <p:txBody>
          <a:bodyPr rtlCol="0">
            <a:normAutofit/>
          </a:bodyPr>
          <a:lstStyle/>
          <a:p>
            <a:pPr rtl="0"/>
            <a:r>
              <a:rPr lang="en-GB" sz="1800" dirty="0"/>
              <a:t>BERT was chosen due to its advanced capabilities in understanding context from text, which is crucial for accurately answering questions about detailed topics such as anime. Its pre-training on a vast corpus allows it to have a deep understanding of language, which is further fine-tuned to specific anime content to enhance accuracy and relevance in responses.</a:t>
            </a:r>
          </a:p>
        </p:txBody>
      </p:sp>
      <p:pic>
        <p:nvPicPr>
          <p:cNvPr id="15" name="Picture Placeholder 14" descr="A group of robots riding a bike&#10;&#10;Description automatically generated">
            <a:extLst>
              <a:ext uri="{FF2B5EF4-FFF2-40B4-BE49-F238E27FC236}">
                <a16:creationId xmlns:a16="http://schemas.microsoft.com/office/drawing/2014/main" id="{884CC035-FA4C-CAB0-82BA-46581B740215}"/>
              </a:ext>
            </a:extLst>
          </p:cNvPr>
          <p:cNvPicPr>
            <a:picLocks noGrp="1" noChangeAspect="1"/>
          </p:cNvPicPr>
          <p:nvPr>
            <p:ph type="pic" sz="quarter" idx="13"/>
          </p:nvPr>
        </p:nvPicPr>
        <p:blipFill rotWithShape="1">
          <a:blip r:embed="rId2"/>
          <a:srcRect r="-2" b="-2"/>
          <a:stretch/>
        </p:blipFill>
        <p:spPr>
          <a:xfrm>
            <a:off x="6620256" y="1243584"/>
            <a:ext cx="4361688" cy="4361688"/>
          </a:xfrm>
          <a:noFill/>
        </p:spPr>
      </p:pic>
      <p:sp>
        <p:nvSpPr>
          <p:cNvPr id="10" name="Date Placeholder 9">
            <a:extLst>
              <a:ext uri="{FF2B5EF4-FFF2-40B4-BE49-F238E27FC236}">
                <a16:creationId xmlns:a16="http://schemas.microsoft.com/office/drawing/2014/main" id="{EB4CE206-F42E-4D3A-BF53-47DAC7871854}"/>
              </a:ext>
            </a:extLst>
          </p:cNvPr>
          <p:cNvSpPr>
            <a:spLocks noGrp="1"/>
          </p:cNvSpPr>
          <p:nvPr>
            <p:ph type="dt" sz="half" idx="10"/>
          </p:nvPr>
        </p:nvSpPr>
        <p:spPr>
          <a:xfrm>
            <a:off x="420624" y="6217920"/>
            <a:ext cx="2743200" cy="640080"/>
          </a:xfrm>
        </p:spPr>
        <p:txBody>
          <a:bodyPr rtlCol="0" anchor="ctr">
            <a:normAutofit/>
          </a:bodyPr>
          <a:lstStyle/>
          <a:p>
            <a:pPr rtl="0"/>
            <a:r>
              <a:rPr lang="en-GB" dirty="0"/>
              <a:t>Tuesday April 30, 2024</a:t>
            </a:r>
          </a:p>
        </p:txBody>
      </p:sp>
      <p:sp>
        <p:nvSpPr>
          <p:cNvPr id="12" name="Slide Number Placeholder 11">
            <a:extLst>
              <a:ext uri="{FF2B5EF4-FFF2-40B4-BE49-F238E27FC236}">
                <a16:creationId xmlns:a16="http://schemas.microsoft.com/office/drawing/2014/main" id="{D5AA3B13-D804-4BFF-A675-B65B813F8F83}"/>
              </a:ext>
            </a:extLst>
          </p:cNvPr>
          <p:cNvSpPr>
            <a:spLocks noGrp="1"/>
          </p:cNvSpPr>
          <p:nvPr>
            <p:ph type="sldNum" sz="quarter" idx="12"/>
          </p:nvPr>
        </p:nvSpPr>
        <p:spPr>
          <a:xfrm>
            <a:off x="11503152" y="0"/>
            <a:ext cx="685800" cy="685800"/>
          </a:xfrm>
        </p:spPr>
        <p:txBody>
          <a:bodyPr rtlCol="0" anchor="ctr">
            <a:normAutofit/>
          </a:bodyPr>
          <a:lstStyle/>
          <a:p>
            <a:pPr rtl="0">
              <a:spcAft>
                <a:spcPts val="600"/>
              </a:spcAft>
            </a:pPr>
            <a:fld id="{3A4F6043-7A67-491B-98BC-F933DED7226D}" type="slidenum">
              <a:rPr lang="en-GB" smtClean="0"/>
              <a:pPr rtl="0">
                <a:spcAft>
                  <a:spcPts val="600"/>
                </a:spcAft>
              </a:pPr>
              <a:t>4</a:t>
            </a:fld>
            <a:endParaRPr lang="en-GB"/>
          </a:p>
        </p:txBody>
      </p:sp>
    </p:spTree>
    <p:extLst>
      <p:ext uri="{BB962C8B-B14F-4D97-AF65-F5344CB8AC3E}">
        <p14:creationId xmlns:p14="http://schemas.microsoft.com/office/powerpoint/2010/main" val="28946404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391794-986C-4679-93EA-5F3C3EE6C82F}"/>
              </a:ext>
            </a:extLst>
          </p:cNvPr>
          <p:cNvSpPr>
            <a:spLocks noGrp="1"/>
          </p:cNvSpPr>
          <p:nvPr>
            <p:ph type="title"/>
          </p:nvPr>
        </p:nvSpPr>
        <p:spPr>
          <a:xfrm>
            <a:off x="422897" y="539496"/>
            <a:ext cx="5228393" cy="1561530"/>
          </a:xfrm>
        </p:spPr>
        <p:txBody>
          <a:bodyPr rtlCol="0" anchor="b">
            <a:normAutofit/>
          </a:bodyPr>
          <a:lstStyle/>
          <a:p>
            <a:pPr rtl="0"/>
            <a:r>
              <a:rPr lang="en-GB" sz="4800" dirty="0"/>
              <a:t>What kind of data does the system use?</a:t>
            </a:r>
          </a:p>
        </p:txBody>
      </p:sp>
      <p:sp>
        <p:nvSpPr>
          <p:cNvPr id="3" name="Content Placeholder 2">
            <a:extLst>
              <a:ext uri="{FF2B5EF4-FFF2-40B4-BE49-F238E27FC236}">
                <a16:creationId xmlns:a16="http://schemas.microsoft.com/office/drawing/2014/main" id="{2875403B-F6A5-4855-B204-4A9D1F5B268F}"/>
              </a:ext>
            </a:extLst>
          </p:cNvPr>
          <p:cNvSpPr>
            <a:spLocks noGrp="1"/>
          </p:cNvSpPr>
          <p:nvPr>
            <p:ph idx="1"/>
          </p:nvPr>
        </p:nvSpPr>
        <p:spPr>
          <a:xfrm>
            <a:off x="420624" y="2571782"/>
            <a:ext cx="5228392" cy="3438324"/>
          </a:xfrm>
        </p:spPr>
        <p:txBody>
          <a:bodyPr rtlCol="0">
            <a:normAutofit fontScale="92500"/>
          </a:bodyPr>
          <a:lstStyle/>
          <a:p>
            <a:pPr rtl="0"/>
            <a:r>
              <a:rPr lang="en-GB" dirty="0"/>
              <a:t>The system is trained on a dataset comprising anime transcripts, fan discussions, and related content from online forums. This allows the system to cover a wide range of anime genres and styles, ensuring that it can respond accurately to varied user queries.</a:t>
            </a:r>
            <a:br>
              <a:rPr lang="en-GB" dirty="0"/>
            </a:br>
            <a:r>
              <a:rPr lang="en-GB" dirty="0"/>
              <a:t>It also contains written science explanations based on anime and cartoons.</a:t>
            </a:r>
          </a:p>
        </p:txBody>
      </p:sp>
      <p:pic>
        <p:nvPicPr>
          <p:cNvPr id="15" name="Picture Placeholder 14" descr="A group of robots riding a bike&#10;&#10;Description automatically generated">
            <a:extLst>
              <a:ext uri="{FF2B5EF4-FFF2-40B4-BE49-F238E27FC236}">
                <a16:creationId xmlns:a16="http://schemas.microsoft.com/office/drawing/2014/main" id="{884CC035-FA4C-CAB0-82BA-46581B740215}"/>
              </a:ext>
            </a:extLst>
          </p:cNvPr>
          <p:cNvPicPr>
            <a:picLocks noGrp="1" noChangeAspect="1"/>
          </p:cNvPicPr>
          <p:nvPr>
            <p:ph type="pic" sz="quarter" idx="13"/>
          </p:nvPr>
        </p:nvPicPr>
        <p:blipFill rotWithShape="1">
          <a:blip r:embed="rId2"/>
          <a:srcRect r="-2" b="-2"/>
          <a:stretch/>
        </p:blipFill>
        <p:spPr>
          <a:xfrm>
            <a:off x="6620256" y="1243584"/>
            <a:ext cx="4361688" cy="4361688"/>
          </a:xfrm>
          <a:noFill/>
        </p:spPr>
      </p:pic>
      <p:sp>
        <p:nvSpPr>
          <p:cNvPr id="10" name="Date Placeholder 9">
            <a:extLst>
              <a:ext uri="{FF2B5EF4-FFF2-40B4-BE49-F238E27FC236}">
                <a16:creationId xmlns:a16="http://schemas.microsoft.com/office/drawing/2014/main" id="{EB4CE206-F42E-4D3A-BF53-47DAC7871854}"/>
              </a:ext>
            </a:extLst>
          </p:cNvPr>
          <p:cNvSpPr>
            <a:spLocks noGrp="1"/>
          </p:cNvSpPr>
          <p:nvPr>
            <p:ph type="dt" sz="half" idx="10"/>
          </p:nvPr>
        </p:nvSpPr>
        <p:spPr>
          <a:xfrm>
            <a:off x="420624" y="6217920"/>
            <a:ext cx="2743200" cy="640080"/>
          </a:xfrm>
        </p:spPr>
        <p:txBody>
          <a:bodyPr rtlCol="0" anchor="ctr">
            <a:normAutofit/>
          </a:bodyPr>
          <a:lstStyle/>
          <a:p>
            <a:pPr rtl="0"/>
            <a:r>
              <a:rPr lang="en-GB" dirty="0"/>
              <a:t>Tuesday April 30, 2024</a:t>
            </a:r>
          </a:p>
        </p:txBody>
      </p:sp>
      <p:sp>
        <p:nvSpPr>
          <p:cNvPr id="12" name="Slide Number Placeholder 11">
            <a:extLst>
              <a:ext uri="{FF2B5EF4-FFF2-40B4-BE49-F238E27FC236}">
                <a16:creationId xmlns:a16="http://schemas.microsoft.com/office/drawing/2014/main" id="{D5AA3B13-D804-4BFF-A675-B65B813F8F83}"/>
              </a:ext>
            </a:extLst>
          </p:cNvPr>
          <p:cNvSpPr>
            <a:spLocks noGrp="1"/>
          </p:cNvSpPr>
          <p:nvPr>
            <p:ph type="sldNum" sz="quarter" idx="12"/>
          </p:nvPr>
        </p:nvSpPr>
        <p:spPr>
          <a:xfrm>
            <a:off x="11503152" y="0"/>
            <a:ext cx="685800" cy="685800"/>
          </a:xfrm>
        </p:spPr>
        <p:txBody>
          <a:bodyPr rtlCol="0" anchor="ctr">
            <a:normAutofit/>
          </a:bodyPr>
          <a:lstStyle/>
          <a:p>
            <a:pPr rtl="0">
              <a:spcAft>
                <a:spcPts val="600"/>
              </a:spcAft>
            </a:pPr>
            <a:fld id="{3A4F6043-7A67-491B-98BC-F933DED7226D}" type="slidenum">
              <a:rPr lang="en-GB" smtClean="0"/>
              <a:pPr rtl="0">
                <a:spcAft>
                  <a:spcPts val="600"/>
                </a:spcAft>
              </a:pPr>
              <a:t>5</a:t>
            </a:fld>
            <a:endParaRPr lang="en-GB"/>
          </a:p>
        </p:txBody>
      </p:sp>
    </p:spTree>
    <p:extLst>
      <p:ext uri="{BB962C8B-B14F-4D97-AF65-F5344CB8AC3E}">
        <p14:creationId xmlns:p14="http://schemas.microsoft.com/office/powerpoint/2010/main" val="24703249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2BAD7B4-5997-4A95-A2A9-773DF1F4CE53}"/>
              </a:ext>
            </a:extLst>
          </p:cNvPr>
          <p:cNvSpPr>
            <a:spLocks noGrp="1"/>
          </p:cNvSpPr>
          <p:nvPr>
            <p:ph type="title"/>
          </p:nvPr>
        </p:nvSpPr>
        <p:spPr>
          <a:xfrm>
            <a:off x="422897" y="539496"/>
            <a:ext cx="5228393" cy="2697190"/>
          </a:xfrm>
        </p:spPr>
        <p:txBody>
          <a:bodyPr rtlCol="0" anchor="b">
            <a:normAutofit/>
          </a:bodyPr>
          <a:lstStyle/>
          <a:p>
            <a:pPr rtl="0"/>
            <a:r>
              <a:rPr lang="en-GB" sz="4800"/>
              <a:t>Data Handling</a:t>
            </a:r>
            <a:br>
              <a:rPr lang="en-GB" sz="4800"/>
            </a:br>
            <a:r>
              <a:rPr lang="en-GB" sz="4800"/>
              <a:t>Model Training  &amp;</a:t>
            </a:r>
            <a:br>
              <a:rPr lang="en-GB" sz="4800"/>
            </a:br>
            <a:r>
              <a:rPr lang="en-GB" sz="4800"/>
              <a:t>Model Evaluation</a:t>
            </a:r>
          </a:p>
        </p:txBody>
      </p:sp>
      <p:pic>
        <p:nvPicPr>
          <p:cNvPr id="10" name="Content Placeholder 9" descr="A logo on a screen&#10;&#10;Description automatically generated">
            <a:extLst>
              <a:ext uri="{FF2B5EF4-FFF2-40B4-BE49-F238E27FC236}">
                <a16:creationId xmlns:a16="http://schemas.microsoft.com/office/drawing/2014/main" id="{86FDA861-4AC6-8BA1-01F4-985B4A9C9FAB}"/>
              </a:ext>
            </a:extLst>
          </p:cNvPr>
          <p:cNvPicPr>
            <a:picLocks noGrp="1" noChangeAspect="1"/>
          </p:cNvPicPr>
          <p:nvPr>
            <p:ph idx="1"/>
          </p:nvPr>
        </p:nvPicPr>
        <p:blipFill>
          <a:blip r:embed="rId2"/>
          <a:stretch>
            <a:fillRect/>
          </a:stretch>
        </p:blipFill>
        <p:spPr>
          <a:xfrm>
            <a:off x="741010" y="3354388"/>
            <a:ext cx="4591754" cy="2582862"/>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pic>
        <p:nvPicPr>
          <p:cNvPr id="7" name="Picture Placeholder 6" descr="A diagram of a diagram&#10;&#10;Description automatically generated">
            <a:extLst>
              <a:ext uri="{FF2B5EF4-FFF2-40B4-BE49-F238E27FC236}">
                <a16:creationId xmlns:a16="http://schemas.microsoft.com/office/drawing/2014/main" id="{9913FF7A-96A2-8923-9D45-A390B18FD486}"/>
              </a:ext>
            </a:extLst>
          </p:cNvPr>
          <p:cNvPicPr>
            <a:picLocks noGrp="1" noChangeAspect="1"/>
          </p:cNvPicPr>
          <p:nvPr>
            <p:ph type="pic" sz="quarter" idx="13"/>
          </p:nvPr>
        </p:nvPicPr>
        <p:blipFill>
          <a:blip r:embed="rId3"/>
          <a:srcRect/>
          <a:stretch/>
        </p:blipFill>
        <p:spPr>
          <a:xfrm>
            <a:off x="6620256" y="1243584"/>
            <a:ext cx="4361688" cy="4361688"/>
          </a:xfrm>
          <a:noFill/>
        </p:spPr>
      </p:pic>
      <p:sp>
        <p:nvSpPr>
          <p:cNvPr id="14" name="Date Placeholder 4">
            <a:extLst>
              <a:ext uri="{FF2B5EF4-FFF2-40B4-BE49-F238E27FC236}">
                <a16:creationId xmlns:a16="http://schemas.microsoft.com/office/drawing/2014/main" id="{55E7FBF6-691B-E49E-5926-3858886F8049}"/>
              </a:ext>
            </a:extLst>
          </p:cNvPr>
          <p:cNvSpPr>
            <a:spLocks noGrp="1"/>
          </p:cNvSpPr>
          <p:nvPr>
            <p:ph type="dt" sz="half" idx="10"/>
          </p:nvPr>
        </p:nvSpPr>
        <p:spPr>
          <a:xfrm>
            <a:off x="420624" y="6217920"/>
            <a:ext cx="2743200" cy="640080"/>
          </a:xfrm>
        </p:spPr>
        <p:txBody>
          <a:bodyPr/>
          <a:lstStyle/>
          <a:p>
            <a:pPr rtl="0"/>
            <a:r>
              <a:rPr lang="en-GB" dirty="0"/>
              <a:t>Tuesday April 30, 2024</a:t>
            </a:r>
          </a:p>
        </p:txBody>
      </p:sp>
      <p:sp>
        <p:nvSpPr>
          <p:cNvPr id="18" name="Slide Number Placeholder 6">
            <a:extLst>
              <a:ext uri="{FF2B5EF4-FFF2-40B4-BE49-F238E27FC236}">
                <a16:creationId xmlns:a16="http://schemas.microsoft.com/office/drawing/2014/main" id="{AB1822D1-4EC5-64F9-DD4E-2E38785F4102}"/>
              </a:ext>
            </a:extLst>
          </p:cNvPr>
          <p:cNvSpPr>
            <a:spLocks noGrp="1"/>
          </p:cNvSpPr>
          <p:nvPr>
            <p:ph type="sldNum" sz="quarter" idx="12"/>
          </p:nvPr>
        </p:nvSpPr>
        <p:spPr>
          <a:xfrm>
            <a:off x="11503152" y="0"/>
            <a:ext cx="685800" cy="685800"/>
          </a:xfrm>
        </p:spPr>
        <p:txBody>
          <a:bodyPr/>
          <a:lstStyle/>
          <a:p>
            <a:pPr rtl="0">
              <a:spcAft>
                <a:spcPts val="600"/>
              </a:spcAft>
            </a:pPr>
            <a:fld id="{3A4F6043-7A67-491B-98BC-F933DED7226D}" type="slidenum">
              <a:rPr lang="en-GB" smtClean="0"/>
              <a:pPr rtl="0">
                <a:spcAft>
                  <a:spcPts val="600"/>
                </a:spcAft>
              </a:pPr>
              <a:t>6</a:t>
            </a:fld>
            <a:endParaRPr lang="en-GB"/>
          </a:p>
        </p:txBody>
      </p:sp>
    </p:spTree>
    <p:extLst>
      <p:ext uri="{BB962C8B-B14F-4D97-AF65-F5344CB8AC3E}">
        <p14:creationId xmlns:p14="http://schemas.microsoft.com/office/powerpoint/2010/main" val="9368988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7A910A-6B69-4ACE-8A82-D079609C5558}"/>
              </a:ext>
            </a:extLst>
          </p:cNvPr>
          <p:cNvSpPr>
            <a:spLocks noGrp="1"/>
          </p:cNvSpPr>
          <p:nvPr>
            <p:ph type="title"/>
          </p:nvPr>
        </p:nvSpPr>
        <p:spPr>
          <a:xfrm>
            <a:off x="420624" y="365125"/>
            <a:ext cx="10543032" cy="1325563"/>
          </a:xfrm>
        </p:spPr>
        <p:txBody>
          <a:bodyPr rtlCol="0"/>
          <a:lstStyle/>
          <a:p>
            <a:pPr rtl="0"/>
            <a:r>
              <a:rPr lang="en-GB" dirty="0"/>
              <a:t>Bert system in Q&amp;A</a:t>
            </a:r>
          </a:p>
        </p:txBody>
      </p:sp>
      <p:sp>
        <p:nvSpPr>
          <p:cNvPr id="7" name="Date Placeholder 6">
            <a:extLst>
              <a:ext uri="{FF2B5EF4-FFF2-40B4-BE49-F238E27FC236}">
                <a16:creationId xmlns:a16="http://schemas.microsoft.com/office/drawing/2014/main" id="{971B1FDE-DF7B-4BC6-8E9D-605FAF91A30D}"/>
              </a:ext>
            </a:extLst>
          </p:cNvPr>
          <p:cNvSpPr>
            <a:spLocks noGrp="1"/>
          </p:cNvSpPr>
          <p:nvPr>
            <p:ph type="dt" sz="half" idx="10"/>
          </p:nvPr>
        </p:nvSpPr>
        <p:spPr>
          <a:xfrm>
            <a:off x="420624" y="6217920"/>
            <a:ext cx="2743200" cy="640080"/>
          </a:xfrm>
        </p:spPr>
        <p:txBody>
          <a:bodyPr rtlCol="0"/>
          <a:lstStyle/>
          <a:p>
            <a:pPr rtl="0"/>
            <a:r>
              <a:rPr lang="en-GB" dirty="0"/>
              <a:t>Tuesday April 30, 2024</a:t>
            </a:r>
          </a:p>
        </p:txBody>
      </p:sp>
      <p:sp>
        <p:nvSpPr>
          <p:cNvPr id="9" name="Slide Number Placeholder 8">
            <a:extLst>
              <a:ext uri="{FF2B5EF4-FFF2-40B4-BE49-F238E27FC236}">
                <a16:creationId xmlns:a16="http://schemas.microsoft.com/office/drawing/2014/main" id="{F8D920F7-55C9-4EBB-88F7-5C32C009A43C}"/>
              </a:ext>
            </a:extLst>
          </p:cNvPr>
          <p:cNvSpPr>
            <a:spLocks noGrp="1"/>
          </p:cNvSpPr>
          <p:nvPr>
            <p:ph type="sldNum" sz="quarter" idx="12"/>
          </p:nvPr>
        </p:nvSpPr>
        <p:spPr>
          <a:xfrm>
            <a:off x="11503152" y="0"/>
            <a:ext cx="685800" cy="685800"/>
          </a:xfrm>
        </p:spPr>
        <p:txBody>
          <a:bodyPr rtlCol="0"/>
          <a:lstStyle/>
          <a:p>
            <a:pPr rtl="0"/>
            <a:fld id="{3A4F6043-7A67-491B-98BC-F933DED7226D}" type="slidenum">
              <a:rPr lang="en-GB" smtClean="0"/>
              <a:pPr rtl="0"/>
              <a:t>7</a:t>
            </a:fld>
            <a:endParaRPr lang="en-GB" dirty="0"/>
          </a:p>
        </p:txBody>
      </p:sp>
      <p:pic>
        <p:nvPicPr>
          <p:cNvPr id="6" name="Content Placeholder 5" descr="A screenshot of a computer&#10;&#10;Description automatically generated">
            <a:extLst>
              <a:ext uri="{FF2B5EF4-FFF2-40B4-BE49-F238E27FC236}">
                <a16:creationId xmlns:a16="http://schemas.microsoft.com/office/drawing/2014/main" id="{C4080170-14C8-F71D-FCD8-E394694113BE}"/>
              </a:ext>
            </a:extLst>
          </p:cNvPr>
          <p:cNvPicPr>
            <a:picLocks noGrp="1" noChangeAspect="1"/>
          </p:cNvPicPr>
          <p:nvPr>
            <p:ph idx="1"/>
          </p:nvPr>
        </p:nvPicPr>
        <p:blipFill>
          <a:blip r:embed="rId2"/>
          <a:stretch>
            <a:fillRect/>
          </a:stretch>
        </p:blipFill>
        <p:spPr>
          <a:xfrm>
            <a:off x="2220704" y="1825625"/>
            <a:ext cx="7347368" cy="4206875"/>
          </a:xfrm>
        </p:spPr>
      </p:pic>
    </p:spTree>
    <p:extLst>
      <p:ext uri="{BB962C8B-B14F-4D97-AF65-F5344CB8AC3E}">
        <p14:creationId xmlns:p14="http://schemas.microsoft.com/office/powerpoint/2010/main" val="21998251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Picture Placeholder 24">
            <a:extLst>
              <a:ext uri="{FF2B5EF4-FFF2-40B4-BE49-F238E27FC236}">
                <a16:creationId xmlns:a16="http://schemas.microsoft.com/office/drawing/2014/main" id="{D7713A2C-9D05-6359-400D-0DF3E5F7C80D}"/>
              </a:ext>
            </a:extLst>
          </p:cNvPr>
          <p:cNvPicPr>
            <a:picLocks noGrp="1" noChangeAspect="1"/>
          </p:cNvPicPr>
          <p:nvPr>
            <p:ph idx="1"/>
          </p:nvPr>
        </p:nvPicPr>
        <p:blipFill rotWithShape="1">
          <a:blip r:embed="rId2"/>
          <a:srcRect r="7257" b="2"/>
          <a:stretch/>
        </p:blipFill>
        <p:spPr>
          <a:xfrm>
            <a:off x="4334675" y="1612415"/>
            <a:ext cx="6628981" cy="4248635"/>
          </a:xfrm>
          <a:noFill/>
        </p:spPr>
      </p:pic>
      <p:sp>
        <p:nvSpPr>
          <p:cNvPr id="3" name="Subtitle 2">
            <a:extLst>
              <a:ext uri="{FF2B5EF4-FFF2-40B4-BE49-F238E27FC236}">
                <a16:creationId xmlns:a16="http://schemas.microsoft.com/office/drawing/2014/main" id="{5F736FE2-3052-4AA9-A15D-DC9479876A48}"/>
              </a:ext>
            </a:extLst>
          </p:cNvPr>
          <p:cNvSpPr>
            <a:spLocks noGrp="1"/>
          </p:cNvSpPr>
          <p:nvPr>
            <p:ph type="body" sz="half" idx="2"/>
          </p:nvPr>
        </p:nvSpPr>
        <p:spPr>
          <a:xfrm>
            <a:off x="334485" y="1901908"/>
            <a:ext cx="3606924" cy="3669647"/>
          </a:xfrm>
        </p:spPr>
        <p:txBody>
          <a:bodyPr rtlCol="0">
            <a:normAutofit fontScale="70000" lnSpcReduction="20000"/>
          </a:bodyPr>
          <a:lstStyle/>
          <a:p>
            <a:pPr marL="342900" indent="-342900" rtl="0">
              <a:buFont typeface="Arial" panose="020B0604020202020204" pitchFamily="34" charset="0"/>
              <a:buChar char="•"/>
            </a:pPr>
            <a:r>
              <a:rPr lang="en-GB" dirty="0"/>
              <a:t>The </a:t>
            </a:r>
            <a:r>
              <a:rPr lang="en-GB" dirty="0" err="1"/>
              <a:t>simpletransformers</a:t>
            </a:r>
            <a:r>
              <a:rPr lang="en-GB" dirty="0"/>
              <a:t> </a:t>
            </a:r>
            <a:r>
              <a:rPr lang="en-GB" dirty="0" err="1"/>
              <a:t>question_answering</a:t>
            </a:r>
            <a:r>
              <a:rPr lang="en-GB" dirty="0"/>
              <a:t> module provides a straightforward interface to implement and train the BERT model,</a:t>
            </a:r>
          </a:p>
          <a:p>
            <a:pPr marL="342900" indent="-342900" rtl="0">
              <a:buFont typeface="Arial" panose="020B0604020202020204" pitchFamily="34" charset="0"/>
              <a:buChar char="•"/>
            </a:pPr>
            <a:r>
              <a:rPr lang="en-GB" dirty="0"/>
              <a:t>logging helps in monitoring the model’s training process, </a:t>
            </a:r>
          </a:p>
          <a:p>
            <a:pPr marL="342900" indent="-342900" rtl="0">
              <a:buFont typeface="Arial" panose="020B0604020202020204" pitchFamily="34" charset="0"/>
              <a:buChar char="•"/>
            </a:pPr>
            <a:r>
              <a:rPr lang="en-GB" dirty="0"/>
              <a:t>random is used to shuffle data to ensure the model's robustness by preventing order bias during training."</a:t>
            </a:r>
          </a:p>
          <a:p>
            <a:pPr rtl="0"/>
            <a:endParaRPr lang="en-GB" dirty="0"/>
          </a:p>
          <a:p>
            <a:pPr rtl="0"/>
            <a:endParaRPr lang="en-GB" dirty="0"/>
          </a:p>
        </p:txBody>
      </p:sp>
      <p:sp>
        <p:nvSpPr>
          <p:cNvPr id="13" name="Date Placeholder 12">
            <a:extLst>
              <a:ext uri="{FF2B5EF4-FFF2-40B4-BE49-F238E27FC236}">
                <a16:creationId xmlns:a16="http://schemas.microsoft.com/office/drawing/2014/main" id="{444BE950-5FEE-4C80-A05C-7C12657DFBA7}"/>
              </a:ext>
            </a:extLst>
          </p:cNvPr>
          <p:cNvSpPr>
            <a:spLocks noGrp="1"/>
          </p:cNvSpPr>
          <p:nvPr>
            <p:ph type="dt" sz="half" idx="10"/>
          </p:nvPr>
        </p:nvSpPr>
        <p:spPr>
          <a:xfrm>
            <a:off x="420624" y="6217920"/>
            <a:ext cx="2743200" cy="640080"/>
          </a:xfrm>
        </p:spPr>
        <p:txBody>
          <a:bodyPr rtlCol="0" anchor="ctr">
            <a:normAutofit/>
          </a:bodyPr>
          <a:lstStyle/>
          <a:p>
            <a:pPr rtl="0"/>
            <a:r>
              <a:rPr lang="en-GB" dirty="0"/>
              <a:t>Tuesday April 30, 2024</a:t>
            </a:r>
          </a:p>
        </p:txBody>
      </p:sp>
      <p:sp>
        <p:nvSpPr>
          <p:cNvPr id="15" name="Slide Number Placeholder 14">
            <a:extLst>
              <a:ext uri="{FF2B5EF4-FFF2-40B4-BE49-F238E27FC236}">
                <a16:creationId xmlns:a16="http://schemas.microsoft.com/office/drawing/2014/main" id="{511D5E5B-4DDF-42C6-8BE2-5EEC3D939947}"/>
              </a:ext>
            </a:extLst>
          </p:cNvPr>
          <p:cNvSpPr>
            <a:spLocks noGrp="1"/>
          </p:cNvSpPr>
          <p:nvPr>
            <p:ph type="sldNum" sz="quarter" idx="12"/>
          </p:nvPr>
        </p:nvSpPr>
        <p:spPr>
          <a:xfrm>
            <a:off x="11503152" y="0"/>
            <a:ext cx="685800" cy="685800"/>
          </a:xfrm>
        </p:spPr>
        <p:txBody>
          <a:bodyPr rtlCol="0" anchor="ctr">
            <a:normAutofit/>
          </a:bodyPr>
          <a:lstStyle/>
          <a:p>
            <a:pPr rtl="0">
              <a:spcAft>
                <a:spcPts val="600"/>
              </a:spcAft>
            </a:pPr>
            <a:fld id="{3A4F6043-7A67-491B-98BC-F933DED7226D}" type="slidenum">
              <a:rPr lang="en-GB" smtClean="0"/>
              <a:pPr rtl="0">
                <a:spcAft>
                  <a:spcPts val="600"/>
                </a:spcAft>
              </a:pPr>
              <a:t>8</a:t>
            </a:fld>
            <a:endParaRPr lang="en-GB"/>
          </a:p>
        </p:txBody>
      </p:sp>
    </p:spTree>
    <p:extLst>
      <p:ext uri="{BB962C8B-B14F-4D97-AF65-F5344CB8AC3E}">
        <p14:creationId xmlns:p14="http://schemas.microsoft.com/office/powerpoint/2010/main" val="2426792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6E312F9D-4C6F-5369-FE73-5FD4498F2FED}"/>
              </a:ext>
            </a:extLst>
          </p:cNvPr>
          <p:cNvPicPr>
            <a:picLocks noGrp="1" noChangeAspect="1"/>
          </p:cNvPicPr>
          <p:nvPr>
            <p:ph idx="1"/>
          </p:nvPr>
        </p:nvPicPr>
        <p:blipFill>
          <a:blip r:embed="rId2"/>
          <a:stretch>
            <a:fillRect/>
          </a:stretch>
        </p:blipFill>
        <p:spPr>
          <a:xfrm>
            <a:off x="5996608" y="881270"/>
            <a:ext cx="5139326" cy="3772280"/>
          </a:xfrm>
          <a:noFill/>
        </p:spPr>
      </p:pic>
      <p:sp>
        <p:nvSpPr>
          <p:cNvPr id="3" name="Subtitle 2">
            <a:extLst>
              <a:ext uri="{FF2B5EF4-FFF2-40B4-BE49-F238E27FC236}">
                <a16:creationId xmlns:a16="http://schemas.microsoft.com/office/drawing/2014/main" id="{5F736FE2-3052-4AA9-A15D-DC9479876A48}"/>
              </a:ext>
            </a:extLst>
          </p:cNvPr>
          <p:cNvSpPr>
            <a:spLocks noGrp="1"/>
          </p:cNvSpPr>
          <p:nvPr>
            <p:ph type="body" sz="half" idx="2"/>
          </p:nvPr>
        </p:nvSpPr>
        <p:spPr>
          <a:xfrm>
            <a:off x="420624" y="2199340"/>
            <a:ext cx="4489180" cy="3669647"/>
          </a:xfrm>
        </p:spPr>
        <p:txBody>
          <a:bodyPr rtlCol="0">
            <a:normAutofit/>
          </a:bodyPr>
          <a:lstStyle/>
          <a:p>
            <a:pPr rtl="0"/>
            <a:endParaRPr lang="en-GB" dirty="0"/>
          </a:p>
          <a:p>
            <a:pPr rtl="0"/>
            <a:endParaRPr lang="en-GB" sz="1100" dirty="0"/>
          </a:p>
        </p:txBody>
      </p:sp>
      <p:sp>
        <p:nvSpPr>
          <p:cNvPr id="13" name="Date Placeholder 12">
            <a:extLst>
              <a:ext uri="{FF2B5EF4-FFF2-40B4-BE49-F238E27FC236}">
                <a16:creationId xmlns:a16="http://schemas.microsoft.com/office/drawing/2014/main" id="{444BE950-5FEE-4C80-A05C-7C12657DFBA7}"/>
              </a:ext>
            </a:extLst>
          </p:cNvPr>
          <p:cNvSpPr>
            <a:spLocks noGrp="1"/>
          </p:cNvSpPr>
          <p:nvPr>
            <p:ph type="dt" sz="half" idx="10"/>
          </p:nvPr>
        </p:nvSpPr>
        <p:spPr>
          <a:xfrm>
            <a:off x="420624" y="6217920"/>
            <a:ext cx="2743200" cy="640080"/>
          </a:xfrm>
        </p:spPr>
        <p:txBody>
          <a:bodyPr rtlCol="0" anchor="ctr">
            <a:normAutofit/>
          </a:bodyPr>
          <a:lstStyle/>
          <a:p>
            <a:pPr rtl="0"/>
            <a:r>
              <a:rPr lang="en-GB" dirty="0"/>
              <a:t>Tuesday April 30, 2024</a:t>
            </a:r>
          </a:p>
        </p:txBody>
      </p:sp>
      <p:sp>
        <p:nvSpPr>
          <p:cNvPr id="15" name="Slide Number Placeholder 14">
            <a:extLst>
              <a:ext uri="{FF2B5EF4-FFF2-40B4-BE49-F238E27FC236}">
                <a16:creationId xmlns:a16="http://schemas.microsoft.com/office/drawing/2014/main" id="{511D5E5B-4DDF-42C6-8BE2-5EEC3D939947}"/>
              </a:ext>
            </a:extLst>
          </p:cNvPr>
          <p:cNvSpPr>
            <a:spLocks noGrp="1"/>
          </p:cNvSpPr>
          <p:nvPr>
            <p:ph type="sldNum" sz="quarter" idx="12"/>
          </p:nvPr>
        </p:nvSpPr>
        <p:spPr>
          <a:xfrm>
            <a:off x="11503152" y="0"/>
            <a:ext cx="685800" cy="685800"/>
          </a:xfrm>
        </p:spPr>
        <p:txBody>
          <a:bodyPr rtlCol="0" anchor="ctr">
            <a:normAutofit/>
          </a:bodyPr>
          <a:lstStyle/>
          <a:p>
            <a:pPr rtl="0">
              <a:spcAft>
                <a:spcPts val="600"/>
              </a:spcAft>
            </a:pPr>
            <a:fld id="{3A4F6043-7A67-491B-98BC-F933DED7226D}" type="slidenum">
              <a:rPr lang="en-GB" smtClean="0"/>
              <a:pPr rtl="0">
                <a:spcAft>
                  <a:spcPts val="600"/>
                </a:spcAft>
              </a:pPr>
              <a:t>9</a:t>
            </a:fld>
            <a:endParaRPr lang="en-GB"/>
          </a:p>
        </p:txBody>
      </p:sp>
      <p:sp>
        <p:nvSpPr>
          <p:cNvPr id="10" name="TextBox 9">
            <a:extLst>
              <a:ext uri="{FF2B5EF4-FFF2-40B4-BE49-F238E27FC236}">
                <a16:creationId xmlns:a16="http://schemas.microsoft.com/office/drawing/2014/main" id="{633AAADD-3942-7F7E-C7F2-AE45D30065E1}"/>
              </a:ext>
            </a:extLst>
          </p:cNvPr>
          <p:cNvSpPr txBox="1"/>
          <p:nvPr/>
        </p:nvSpPr>
        <p:spPr>
          <a:xfrm>
            <a:off x="684055" y="942321"/>
            <a:ext cx="5139326" cy="5262979"/>
          </a:xfrm>
          <a:prstGeom prst="rect">
            <a:avLst/>
          </a:prstGeom>
          <a:noFill/>
        </p:spPr>
        <p:txBody>
          <a:bodyPr wrap="square" rtlCol="0">
            <a:spAutoFit/>
          </a:bodyPr>
          <a:lstStyle/>
          <a:p>
            <a:r>
              <a:rPr lang="en-GB" sz="2400" dirty="0">
                <a:latin typeface="Microsoft Himalaya" panose="01010100010101010101" pitchFamily="2" charset="0"/>
                <a:ea typeface="Microsoft Himalaya" panose="01010100010101010101" pitchFamily="2" charset="0"/>
                <a:cs typeface="Microsoft Himalaya" panose="01010100010101010101" pitchFamily="2" charset="0"/>
              </a:rPr>
              <a:t>Model Initialization: The script begins by setting up a </a:t>
            </a:r>
            <a:r>
              <a:rPr lang="en-GB" sz="2400" dirty="0" err="1">
                <a:latin typeface="Microsoft Himalaya" panose="01010100010101010101" pitchFamily="2" charset="0"/>
                <a:ea typeface="Microsoft Himalaya" panose="01010100010101010101" pitchFamily="2" charset="0"/>
                <a:cs typeface="Microsoft Himalaya" panose="01010100010101010101" pitchFamily="2" charset="0"/>
              </a:rPr>
              <a:t>QuestionAnsweringModel</a:t>
            </a:r>
            <a:r>
              <a:rPr lang="en-GB" sz="2400" dirty="0">
                <a:latin typeface="Microsoft Himalaya" panose="01010100010101010101" pitchFamily="2" charset="0"/>
                <a:ea typeface="Microsoft Himalaya" panose="01010100010101010101" pitchFamily="2" charset="0"/>
                <a:cs typeface="Microsoft Himalaya" panose="01010100010101010101" pitchFamily="2" charset="0"/>
              </a:rPr>
              <a:t> from the </a:t>
            </a:r>
            <a:r>
              <a:rPr lang="en-GB" sz="2400" dirty="0" err="1">
                <a:latin typeface="Microsoft Himalaya" panose="01010100010101010101" pitchFamily="2" charset="0"/>
                <a:ea typeface="Microsoft Himalaya" panose="01010100010101010101" pitchFamily="2" charset="0"/>
                <a:cs typeface="Microsoft Himalaya" panose="01010100010101010101" pitchFamily="2" charset="0"/>
              </a:rPr>
              <a:t>simpletransformers</a:t>
            </a:r>
            <a:r>
              <a:rPr lang="en-GB" sz="2400" dirty="0">
                <a:latin typeface="Microsoft Himalaya" panose="01010100010101010101" pitchFamily="2" charset="0"/>
                <a:ea typeface="Microsoft Himalaya" panose="01010100010101010101" pitchFamily="2" charset="0"/>
                <a:cs typeface="Microsoft Himalaya" panose="01010100010101010101" pitchFamily="2" charset="0"/>
              </a:rPr>
              <a:t> library. This model uses the '</a:t>
            </a:r>
            <a:r>
              <a:rPr lang="en-GB" sz="2400" dirty="0" err="1">
                <a:latin typeface="Microsoft Himalaya" panose="01010100010101010101" pitchFamily="2" charset="0"/>
                <a:ea typeface="Microsoft Himalaya" panose="01010100010101010101" pitchFamily="2" charset="0"/>
                <a:cs typeface="Microsoft Himalaya" panose="01010100010101010101" pitchFamily="2" charset="0"/>
              </a:rPr>
              <a:t>bert</a:t>
            </a:r>
            <a:r>
              <a:rPr lang="en-GB" sz="2400" dirty="0">
                <a:latin typeface="Microsoft Himalaya" panose="01010100010101010101" pitchFamily="2" charset="0"/>
                <a:ea typeface="Microsoft Himalaya" panose="01010100010101010101" pitchFamily="2" charset="0"/>
                <a:cs typeface="Microsoft Himalaya" panose="01010100010101010101" pitchFamily="2" charset="0"/>
              </a:rPr>
              <a:t>-base-uncased' version of BERT, which is particularly effective for understanding and processing text in lowercase without considering case sensitivity.</a:t>
            </a:r>
          </a:p>
          <a:p>
            <a:endParaRPr lang="en-GB" sz="2400" dirty="0"/>
          </a:p>
          <a:p>
            <a:r>
              <a:rPr lang="en-GB" sz="2400" dirty="0">
                <a:latin typeface="Microsoft Himalaya" panose="01010100010101010101" pitchFamily="2" charset="0"/>
                <a:ea typeface="Microsoft Himalaya" panose="01010100010101010101" pitchFamily="2" charset="0"/>
                <a:cs typeface="Microsoft Himalaya" panose="01010100010101010101" pitchFamily="2" charset="0"/>
              </a:rPr>
              <a:t>GPU Utilization: The parameter </a:t>
            </a:r>
            <a:r>
              <a:rPr lang="en-GB" sz="2400" dirty="0" err="1">
                <a:latin typeface="Microsoft Himalaya" panose="01010100010101010101" pitchFamily="2" charset="0"/>
                <a:ea typeface="Microsoft Himalaya" panose="01010100010101010101" pitchFamily="2" charset="0"/>
                <a:cs typeface="Microsoft Himalaya" panose="01010100010101010101" pitchFamily="2" charset="0"/>
              </a:rPr>
              <a:t>use_cuda</a:t>
            </a:r>
            <a:r>
              <a:rPr lang="en-GB" sz="2400" dirty="0">
                <a:latin typeface="Microsoft Himalaya" panose="01010100010101010101" pitchFamily="2" charset="0"/>
                <a:ea typeface="Microsoft Himalaya" panose="01010100010101010101" pitchFamily="2" charset="0"/>
                <a:cs typeface="Microsoft Himalaya" panose="01010100010101010101" pitchFamily="2" charset="0"/>
              </a:rPr>
              <a:t>=True is commented as being set to False temporarily. This parameter enables the model to utilize CUDA, a parallel computing platform and API model created by Nvidia, allowing for faster computation on Nvidia GPUs. This is essential for handling the computationally intensive tasks of training and inference with BERT.</a:t>
            </a:r>
          </a:p>
        </p:txBody>
      </p:sp>
    </p:spTree>
    <p:extLst>
      <p:ext uri="{BB962C8B-B14F-4D97-AF65-F5344CB8AC3E}">
        <p14:creationId xmlns:p14="http://schemas.microsoft.com/office/powerpoint/2010/main" val="10435577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5F736FE2-3052-4AA9-A15D-DC9479876A48}"/>
              </a:ext>
            </a:extLst>
          </p:cNvPr>
          <p:cNvSpPr>
            <a:spLocks noGrp="1"/>
          </p:cNvSpPr>
          <p:nvPr>
            <p:ph type="body" sz="half" idx="2"/>
          </p:nvPr>
        </p:nvSpPr>
        <p:spPr>
          <a:xfrm>
            <a:off x="420624" y="2199340"/>
            <a:ext cx="4489180" cy="3669647"/>
          </a:xfrm>
        </p:spPr>
        <p:txBody>
          <a:bodyPr rtlCol="0">
            <a:normAutofit/>
          </a:bodyPr>
          <a:lstStyle/>
          <a:p>
            <a:pPr rtl="0"/>
            <a:endParaRPr lang="en-GB" dirty="0"/>
          </a:p>
          <a:p>
            <a:pPr rtl="0"/>
            <a:endParaRPr lang="en-GB" sz="1100" dirty="0"/>
          </a:p>
        </p:txBody>
      </p:sp>
      <p:sp>
        <p:nvSpPr>
          <p:cNvPr id="13" name="Date Placeholder 12">
            <a:extLst>
              <a:ext uri="{FF2B5EF4-FFF2-40B4-BE49-F238E27FC236}">
                <a16:creationId xmlns:a16="http://schemas.microsoft.com/office/drawing/2014/main" id="{444BE950-5FEE-4C80-A05C-7C12657DFBA7}"/>
              </a:ext>
            </a:extLst>
          </p:cNvPr>
          <p:cNvSpPr>
            <a:spLocks noGrp="1"/>
          </p:cNvSpPr>
          <p:nvPr>
            <p:ph type="dt" sz="half" idx="10"/>
          </p:nvPr>
        </p:nvSpPr>
        <p:spPr>
          <a:xfrm>
            <a:off x="420624" y="6217920"/>
            <a:ext cx="2743200" cy="640080"/>
          </a:xfrm>
        </p:spPr>
        <p:txBody>
          <a:bodyPr rtlCol="0" anchor="ctr">
            <a:normAutofit/>
          </a:bodyPr>
          <a:lstStyle/>
          <a:p>
            <a:pPr rtl="0"/>
            <a:r>
              <a:rPr lang="en-GB" dirty="0"/>
              <a:t>Tuesday April 30, 2024</a:t>
            </a:r>
          </a:p>
        </p:txBody>
      </p:sp>
      <p:sp>
        <p:nvSpPr>
          <p:cNvPr id="15" name="Slide Number Placeholder 14">
            <a:extLst>
              <a:ext uri="{FF2B5EF4-FFF2-40B4-BE49-F238E27FC236}">
                <a16:creationId xmlns:a16="http://schemas.microsoft.com/office/drawing/2014/main" id="{511D5E5B-4DDF-42C6-8BE2-5EEC3D939947}"/>
              </a:ext>
            </a:extLst>
          </p:cNvPr>
          <p:cNvSpPr>
            <a:spLocks noGrp="1"/>
          </p:cNvSpPr>
          <p:nvPr>
            <p:ph type="sldNum" sz="quarter" idx="12"/>
          </p:nvPr>
        </p:nvSpPr>
        <p:spPr>
          <a:xfrm>
            <a:off x="11503152" y="0"/>
            <a:ext cx="685800" cy="685800"/>
          </a:xfrm>
        </p:spPr>
        <p:txBody>
          <a:bodyPr rtlCol="0" anchor="ctr">
            <a:normAutofit/>
          </a:bodyPr>
          <a:lstStyle/>
          <a:p>
            <a:pPr rtl="0">
              <a:spcAft>
                <a:spcPts val="600"/>
              </a:spcAft>
            </a:pPr>
            <a:fld id="{3A4F6043-7A67-491B-98BC-F933DED7226D}" type="slidenum">
              <a:rPr lang="en-GB" smtClean="0"/>
              <a:pPr rtl="0">
                <a:spcAft>
                  <a:spcPts val="600"/>
                </a:spcAft>
              </a:pPr>
              <a:t>10</a:t>
            </a:fld>
            <a:endParaRPr lang="en-GB"/>
          </a:p>
        </p:txBody>
      </p:sp>
      <p:sp>
        <p:nvSpPr>
          <p:cNvPr id="10" name="TextBox 9">
            <a:extLst>
              <a:ext uri="{FF2B5EF4-FFF2-40B4-BE49-F238E27FC236}">
                <a16:creationId xmlns:a16="http://schemas.microsoft.com/office/drawing/2014/main" id="{633AAADD-3942-7F7E-C7F2-AE45D30065E1}"/>
              </a:ext>
            </a:extLst>
          </p:cNvPr>
          <p:cNvSpPr txBox="1"/>
          <p:nvPr/>
        </p:nvSpPr>
        <p:spPr>
          <a:xfrm>
            <a:off x="594161" y="685800"/>
            <a:ext cx="5139326" cy="5632311"/>
          </a:xfrm>
          <a:prstGeom prst="rect">
            <a:avLst/>
          </a:prstGeom>
          <a:noFill/>
        </p:spPr>
        <p:txBody>
          <a:bodyPr wrap="square" rtlCol="0">
            <a:spAutoFit/>
          </a:bodyPr>
          <a:lstStyle/>
          <a:p>
            <a:r>
              <a:rPr lang="en-GB" sz="2400" dirty="0">
                <a:latin typeface="Microsoft Himalaya" panose="01010100010101010101" pitchFamily="2" charset="0"/>
                <a:ea typeface="Microsoft Himalaya" panose="01010100010101010101" pitchFamily="2" charset="0"/>
                <a:cs typeface="Microsoft Himalaya" panose="01010100010101010101" pitchFamily="2" charset="0"/>
              </a:rPr>
              <a:t>This line of code initiates the training of the question-answering model using the </a:t>
            </a:r>
            <a:r>
              <a:rPr lang="en-GB" sz="2400" dirty="0" err="1">
                <a:latin typeface="Microsoft Himalaya" panose="01010100010101010101" pitchFamily="2" charset="0"/>
                <a:ea typeface="Microsoft Himalaya" panose="01010100010101010101" pitchFamily="2" charset="0"/>
                <a:cs typeface="Microsoft Himalaya" panose="01010100010101010101" pitchFamily="2" charset="0"/>
              </a:rPr>
              <a:t>preprocessed</a:t>
            </a:r>
            <a:r>
              <a:rPr lang="en-GB" sz="2400" dirty="0">
                <a:latin typeface="Microsoft Himalaya" panose="01010100010101010101" pitchFamily="2" charset="0"/>
                <a:ea typeface="Microsoft Himalaya" panose="01010100010101010101" pitchFamily="2" charset="0"/>
                <a:cs typeface="Microsoft Himalaya" panose="01010100010101010101" pitchFamily="2" charset="0"/>
              </a:rPr>
              <a:t> and formatted data. The command specifies two key datasets:</a:t>
            </a:r>
          </a:p>
          <a:p>
            <a:r>
              <a:rPr lang="en-GB" sz="2400" dirty="0" err="1">
                <a:solidFill>
                  <a:srgbClr val="002060"/>
                </a:solidFill>
                <a:latin typeface="Microsoft Himalaya" panose="01010100010101010101" pitchFamily="2" charset="0"/>
                <a:ea typeface="Microsoft Himalaya" panose="01010100010101010101" pitchFamily="2" charset="0"/>
                <a:cs typeface="Microsoft Himalaya" panose="01010100010101010101" pitchFamily="2" charset="0"/>
              </a:rPr>
              <a:t>train_data</a:t>
            </a:r>
            <a:r>
              <a:rPr lang="en-GB" sz="2400" dirty="0">
                <a:solidFill>
                  <a:srgbClr val="002060"/>
                </a:solidFill>
                <a:latin typeface="Microsoft Himalaya" panose="01010100010101010101" pitchFamily="2" charset="0"/>
                <a:ea typeface="Microsoft Himalaya" panose="01010100010101010101" pitchFamily="2" charset="0"/>
                <a:cs typeface="Microsoft Himalaya" panose="01010100010101010101" pitchFamily="2" charset="0"/>
              </a:rPr>
              <a:t>: </a:t>
            </a:r>
            <a:r>
              <a:rPr lang="en-GB" sz="2400" dirty="0">
                <a:latin typeface="Microsoft Himalaya" panose="01010100010101010101" pitchFamily="2" charset="0"/>
                <a:ea typeface="Microsoft Himalaya" panose="01010100010101010101" pitchFamily="2" charset="0"/>
                <a:cs typeface="Microsoft Himalaya" panose="01010100010101010101" pitchFamily="2" charset="0"/>
              </a:rPr>
              <a:t>This dataset comprises a substantial portion of the data, typically 80%, and is used to train the model. Training involves adjusting the model's internal parameters to minimize error and improve its ability to predict correct answers based on the input queries and context provided.</a:t>
            </a:r>
          </a:p>
          <a:p>
            <a:r>
              <a:rPr lang="en-GB" sz="2400" dirty="0" err="1">
                <a:solidFill>
                  <a:srgbClr val="002060"/>
                </a:solidFill>
                <a:latin typeface="Microsoft Himalaya" panose="01010100010101010101" pitchFamily="2" charset="0"/>
                <a:ea typeface="Microsoft Himalaya" panose="01010100010101010101" pitchFamily="2" charset="0"/>
                <a:cs typeface="Microsoft Himalaya" panose="01010100010101010101" pitchFamily="2" charset="0"/>
              </a:rPr>
              <a:t>eval_data</a:t>
            </a:r>
            <a:r>
              <a:rPr lang="en-GB" sz="2400" dirty="0">
                <a:solidFill>
                  <a:srgbClr val="002060"/>
                </a:solidFill>
                <a:latin typeface="Microsoft Himalaya" panose="01010100010101010101" pitchFamily="2" charset="0"/>
                <a:ea typeface="Microsoft Himalaya" panose="01010100010101010101" pitchFamily="2" charset="0"/>
                <a:cs typeface="Microsoft Himalaya" panose="01010100010101010101" pitchFamily="2" charset="0"/>
              </a:rPr>
              <a:t>: </a:t>
            </a:r>
            <a:r>
              <a:rPr lang="en-GB" sz="2400" dirty="0">
                <a:latin typeface="Microsoft Himalaya" panose="01010100010101010101" pitchFamily="2" charset="0"/>
                <a:ea typeface="Microsoft Himalaya" panose="01010100010101010101" pitchFamily="2" charset="0"/>
                <a:cs typeface="Microsoft Himalaya" panose="01010100010101010101" pitchFamily="2" charset="0"/>
              </a:rPr>
              <a:t>Also known as validation data, this smaller dataset (often around 10% of the total data) is used to periodically evaluate the model's performance during training. This evaluation helps in monitoring the model’s accuracy and generalization ability on data it has not been trained on, which is crucial for tuning and preventing overfitting.</a:t>
            </a:r>
          </a:p>
        </p:txBody>
      </p:sp>
      <p:pic>
        <p:nvPicPr>
          <p:cNvPr id="7" name="Content Placeholder 6">
            <a:extLst>
              <a:ext uri="{FF2B5EF4-FFF2-40B4-BE49-F238E27FC236}">
                <a16:creationId xmlns:a16="http://schemas.microsoft.com/office/drawing/2014/main" id="{4FC07F5E-62B1-79C4-C831-83EC8E60D1D1}"/>
              </a:ext>
            </a:extLst>
          </p:cNvPr>
          <p:cNvPicPr>
            <a:picLocks noGrp="1" noChangeAspect="1"/>
          </p:cNvPicPr>
          <p:nvPr>
            <p:ph idx="1"/>
          </p:nvPr>
        </p:nvPicPr>
        <p:blipFill>
          <a:blip r:embed="rId2"/>
          <a:stretch>
            <a:fillRect/>
          </a:stretch>
        </p:blipFill>
        <p:spPr>
          <a:xfrm>
            <a:off x="5723065" y="2605268"/>
            <a:ext cx="5780087" cy="1647464"/>
          </a:xfrm>
        </p:spPr>
      </p:pic>
    </p:spTree>
    <p:extLst>
      <p:ext uri="{BB962C8B-B14F-4D97-AF65-F5344CB8AC3E}">
        <p14:creationId xmlns:p14="http://schemas.microsoft.com/office/powerpoint/2010/main" val="13291308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5F736FE2-3052-4AA9-A15D-DC9479876A48}"/>
              </a:ext>
            </a:extLst>
          </p:cNvPr>
          <p:cNvSpPr>
            <a:spLocks noGrp="1"/>
          </p:cNvSpPr>
          <p:nvPr>
            <p:ph type="body" sz="half" idx="2"/>
          </p:nvPr>
        </p:nvSpPr>
        <p:spPr>
          <a:xfrm>
            <a:off x="420624" y="2199340"/>
            <a:ext cx="4489180" cy="3669647"/>
          </a:xfrm>
        </p:spPr>
        <p:txBody>
          <a:bodyPr rtlCol="0">
            <a:normAutofit/>
          </a:bodyPr>
          <a:lstStyle/>
          <a:p>
            <a:pPr rtl="0"/>
            <a:endParaRPr lang="en-GB" dirty="0"/>
          </a:p>
          <a:p>
            <a:pPr rtl="0"/>
            <a:endParaRPr lang="en-GB" sz="1100" dirty="0"/>
          </a:p>
        </p:txBody>
      </p:sp>
      <p:sp>
        <p:nvSpPr>
          <p:cNvPr id="13" name="Date Placeholder 12">
            <a:extLst>
              <a:ext uri="{FF2B5EF4-FFF2-40B4-BE49-F238E27FC236}">
                <a16:creationId xmlns:a16="http://schemas.microsoft.com/office/drawing/2014/main" id="{444BE950-5FEE-4C80-A05C-7C12657DFBA7}"/>
              </a:ext>
            </a:extLst>
          </p:cNvPr>
          <p:cNvSpPr>
            <a:spLocks noGrp="1"/>
          </p:cNvSpPr>
          <p:nvPr>
            <p:ph type="dt" sz="half" idx="10"/>
          </p:nvPr>
        </p:nvSpPr>
        <p:spPr>
          <a:xfrm>
            <a:off x="420624" y="6217920"/>
            <a:ext cx="2743200" cy="640080"/>
          </a:xfrm>
        </p:spPr>
        <p:txBody>
          <a:bodyPr rtlCol="0" anchor="ctr">
            <a:normAutofit/>
          </a:bodyPr>
          <a:lstStyle/>
          <a:p>
            <a:pPr rtl="0"/>
            <a:r>
              <a:rPr lang="en-GB" dirty="0"/>
              <a:t>Tuesday April 30, 2024</a:t>
            </a:r>
          </a:p>
        </p:txBody>
      </p:sp>
      <p:sp>
        <p:nvSpPr>
          <p:cNvPr id="15" name="Slide Number Placeholder 14">
            <a:extLst>
              <a:ext uri="{FF2B5EF4-FFF2-40B4-BE49-F238E27FC236}">
                <a16:creationId xmlns:a16="http://schemas.microsoft.com/office/drawing/2014/main" id="{511D5E5B-4DDF-42C6-8BE2-5EEC3D939947}"/>
              </a:ext>
            </a:extLst>
          </p:cNvPr>
          <p:cNvSpPr>
            <a:spLocks noGrp="1"/>
          </p:cNvSpPr>
          <p:nvPr>
            <p:ph type="sldNum" sz="quarter" idx="12"/>
          </p:nvPr>
        </p:nvSpPr>
        <p:spPr>
          <a:xfrm>
            <a:off x="11503152" y="0"/>
            <a:ext cx="685800" cy="685800"/>
          </a:xfrm>
        </p:spPr>
        <p:txBody>
          <a:bodyPr rtlCol="0" anchor="ctr">
            <a:normAutofit/>
          </a:bodyPr>
          <a:lstStyle/>
          <a:p>
            <a:pPr rtl="0">
              <a:spcAft>
                <a:spcPts val="600"/>
              </a:spcAft>
            </a:pPr>
            <a:fld id="{3A4F6043-7A67-491B-98BC-F933DED7226D}" type="slidenum">
              <a:rPr lang="en-GB" smtClean="0"/>
              <a:pPr rtl="0">
                <a:spcAft>
                  <a:spcPts val="600"/>
                </a:spcAft>
              </a:pPr>
              <a:t>11</a:t>
            </a:fld>
            <a:endParaRPr lang="en-GB"/>
          </a:p>
        </p:txBody>
      </p:sp>
      <p:sp>
        <p:nvSpPr>
          <p:cNvPr id="10" name="TextBox 9">
            <a:extLst>
              <a:ext uri="{FF2B5EF4-FFF2-40B4-BE49-F238E27FC236}">
                <a16:creationId xmlns:a16="http://schemas.microsoft.com/office/drawing/2014/main" id="{633AAADD-3942-7F7E-C7F2-AE45D30065E1}"/>
              </a:ext>
            </a:extLst>
          </p:cNvPr>
          <p:cNvSpPr txBox="1"/>
          <p:nvPr/>
        </p:nvSpPr>
        <p:spPr>
          <a:xfrm>
            <a:off x="684055" y="942321"/>
            <a:ext cx="5139326" cy="3046988"/>
          </a:xfrm>
          <a:prstGeom prst="rect">
            <a:avLst/>
          </a:prstGeom>
          <a:noFill/>
        </p:spPr>
        <p:txBody>
          <a:bodyPr wrap="square" rtlCol="0">
            <a:spAutoFit/>
          </a:bodyPr>
          <a:lstStyle/>
          <a:p>
            <a:r>
              <a:rPr lang="en-GB" sz="2400" dirty="0">
                <a:latin typeface="Microsoft Himalaya" panose="01010100010101010101" pitchFamily="2" charset="0"/>
                <a:ea typeface="Microsoft Himalaya" panose="01010100010101010101" pitchFamily="2" charset="0"/>
                <a:cs typeface="Microsoft Himalaya" panose="01010100010101010101" pitchFamily="2" charset="0"/>
              </a:rPr>
              <a:t>The script is running a function called </a:t>
            </a:r>
            <a:r>
              <a:rPr lang="en-GB" sz="2400" dirty="0" err="1">
                <a:latin typeface="Microsoft Himalaya" panose="01010100010101010101" pitchFamily="2" charset="0"/>
                <a:ea typeface="Microsoft Himalaya" panose="01010100010101010101" pitchFamily="2" charset="0"/>
                <a:cs typeface="Microsoft Himalaya" panose="01010100010101010101" pitchFamily="2" charset="0"/>
              </a:rPr>
              <a:t>model.predict</a:t>
            </a:r>
            <a:r>
              <a:rPr lang="en-GB" sz="2400" dirty="0">
                <a:latin typeface="Microsoft Himalaya" panose="01010100010101010101" pitchFamily="2" charset="0"/>
                <a:ea typeface="Microsoft Himalaya" panose="01010100010101010101" pitchFamily="2" charset="0"/>
                <a:cs typeface="Microsoft Himalaya" panose="01010100010101010101" pitchFamily="2" charset="0"/>
              </a:rPr>
              <a:t>() on </a:t>
            </a:r>
            <a:r>
              <a:rPr lang="en-GB" sz="2400" dirty="0" err="1">
                <a:latin typeface="Microsoft Himalaya" panose="01010100010101010101" pitchFamily="2" charset="0"/>
                <a:ea typeface="Microsoft Himalaya" panose="01010100010101010101" pitchFamily="2" charset="0"/>
                <a:cs typeface="Microsoft Himalaya" panose="01010100010101010101" pitchFamily="2" charset="0"/>
              </a:rPr>
              <a:t>formatted_test_data</a:t>
            </a:r>
            <a:r>
              <a:rPr lang="en-GB" sz="2400" dirty="0">
                <a:latin typeface="Microsoft Himalaya" panose="01010100010101010101" pitchFamily="2" charset="0"/>
                <a:ea typeface="Microsoft Himalaya" panose="01010100010101010101" pitchFamily="2" charset="0"/>
                <a:cs typeface="Microsoft Himalaya" panose="01010100010101010101" pitchFamily="2" charset="0"/>
              </a:rPr>
              <a:t>. This function is likely generating predictions based on the input data provided, which consists of various questions related to anime content.</a:t>
            </a:r>
          </a:p>
          <a:p>
            <a:endParaRPr lang="en-GB" sz="2400" dirty="0">
              <a:latin typeface="Microsoft Himalaya" panose="01010100010101010101" pitchFamily="2" charset="0"/>
              <a:ea typeface="Microsoft Himalaya" panose="01010100010101010101" pitchFamily="2" charset="0"/>
              <a:cs typeface="Microsoft Himalaya" panose="01010100010101010101" pitchFamily="2" charset="0"/>
            </a:endParaRPr>
          </a:p>
          <a:p>
            <a:r>
              <a:rPr lang="en-GB" sz="2400" dirty="0">
                <a:latin typeface="Microsoft Himalaya" panose="01010100010101010101" pitchFamily="2" charset="0"/>
                <a:ea typeface="Microsoft Himalaya" panose="01010100010101010101" pitchFamily="2" charset="0"/>
                <a:cs typeface="Microsoft Himalaya" panose="01010100010101010101" pitchFamily="2" charset="0"/>
              </a:rPr>
              <a:t>The answers are examples of how the model has successfully interpreted the input data to generate relevant and highly confident responses.</a:t>
            </a:r>
          </a:p>
        </p:txBody>
      </p:sp>
      <p:pic>
        <p:nvPicPr>
          <p:cNvPr id="6" name="Content Placeholder 5">
            <a:extLst>
              <a:ext uri="{FF2B5EF4-FFF2-40B4-BE49-F238E27FC236}">
                <a16:creationId xmlns:a16="http://schemas.microsoft.com/office/drawing/2014/main" id="{1E65819F-A1CD-1DA1-4C6B-4C9FD2A1F5ED}"/>
              </a:ext>
            </a:extLst>
          </p:cNvPr>
          <p:cNvPicPr>
            <a:picLocks noGrp="1" noChangeAspect="1"/>
          </p:cNvPicPr>
          <p:nvPr>
            <p:ph idx="1"/>
          </p:nvPr>
        </p:nvPicPr>
        <p:blipFill>
          <a:blip r:embed="rId2"/>
          <a:stretch>
            <a:fillRect/>
          </a:stretch>
        </p:blipFill>
        <p:spPr>
          <a:xfrm>
            <a:off x="5930064" y="1966873"/>
            <a:ext cx="5780087" cy="3553618"/>
          </a:xfrm>
        </p:spPr>
      </p:pic>
    </p:spTree>
    <p:extLst>
      <p:ext uri="{BB962C8B-B14F-4D97-AF65-F5344CB8AC3E}">
        <p14:creationId xmlns:p14="http://schemas.microsoft.com/office/powerpoint/2010/main" val="18748068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BA3366-097D-49B2-BEEA-81A815AD36F1}"/>
              </a:ext>
            </a:extLst>
          </p:cNvPr>
          <p:cNvSpPr>
            <a:spLocks noGrp="1"/>
          </p:cNvSpPr>
          <p:nvPr>
            <p:ph type="title"/>
          </p:nvPr>
        </p:nvSpPr>
        <p:spPr>
          <a:xfrm>
            <a:off x="422145" y="539496"/>
            <a:ext cx="4907908" cy="2640432"/>
          </a:xfrm>
        </p:spPr>
        <p:txBody>
          <a:bodyPr rtlCol="0"/>
          <a:lstStyle/>
          <a:p>
            <a:pPr rtl="0"/>
            <a:r>
              <a:rPr lang="en-GB" dirty="0"/>
              <a:t>Summary </a:t>
            </a:r>
          </a:p>
        </p:txBody>
      </p:sp>
      <p:sp>
        <p:nvSpPr>
          <p:cNvPr id="3" name="Content Placeholder 2">
            <a:extLst>
              <a:ext uri="{FF2B5EF4-FFF2-40B4-BE49-F238E27FC236}">
                <a16:creationId xmlns:a16="http://schemas.microsoft.com/office/drawing/2014/main" id="{4C60A8D4-7BF4-4460-BA9F-D14097787290}"/>
              </a:ext>
            </a:extLst>
          </p:cNvPr>
          <p:cNvSpPr>
            <a:spLocks noGrp="1"/>
          </p:cNvSpPr>
          <p:nvPr>
            <p:ph idx="1"/>
          </p:nvPr>
        </p:nvSpPr>
        <p:spPr>
          <a:xfrm>
            <a:off x="5583401" y="539496"/>
            <a:ext cx="4956417" cy="2640432"/>
          </a:xfrm>
        </p:spPr>
        <p:txBody>
          <a:bodyPr rtlCol="0">
            <a:normAutofit/>
          </a:bodyPr>
          <a:lstStyle/>
          <a:p>
            <a:pPr rtl="0"/>
            <a:r>
              <a:rPr lang="en-GB" dirty="0"/>
              <a:t>So, this is the anime-based QA system, this can be made more promising by implementing more anime datasets and adding features like video data and multilingual support.</a:t>
            </a:r>
            <a:br>
              <a:rPr lang="en-GB" dirty="0"/>
            </a:br>
            <a:br>
              <a:rPr lang="en-GB" dirty="0"/>
            </a:br>
            <a:r>
              <a:rPr lang="en-GB" dirty="0"/>
              <a:t>Questions? </a:t>
            </a:r>
          </a:p>
        </p:txBody>
      </p:sp>
      <p:sp>
        <p:nvSpPr>
          <p:cNvPr id="12" name="Date Placeholder 11">
            <a:extLst>
              <a:ext uri="{FF2B5EF4-FFF2-40B4-BE49-F238E27FC236}">
                <a16:creationId xmlns:a16="http://schemas.microsoft.com/office/drawing/2014/main" id="{6AA940CA-4F98-4E5C-B1C8-81F8FC099726}"/>
              </a:ext>
            </a:extLst>
          </p:cNvPr>
          <p:cNvSpPr>
            <a:spLocks noGrp="1"/>
          </p:cNvSpPr>
          <p:nvPr>
            <p:ph type="dt" sz="half" idx="10"/>
          </p:nvPr>
        </p:nvSpPr>
        <p:spPr>
          <a:xfrm>
            <a:off x="420624" y="6217920"/>
            <a:ext cx="2743200" cy="640080"/>
          </a:xfrm>
        </p:spPr>
        <p:txBody>
          <a:bodyPr rtlCol="0"/>
          <a:lstStyle/>
          <a:p>
            <a:pPr rtl="0"/>
            <a:r>
              <a:rPr lang="en-GB"/>
              <a:t>Tuesday April 30, 2024</a:t>
            </a:r>
            <a:endParaRPr lang="en-GB" dirty="0"/>
          </a:p>
        </p:txBody>
      </p:sp>
      <p:sp>
        <p:nvSpPr>
          <p:cNvPr id="14" name="Slide Number Placeholder 13">
            <a:extLst>
              <a:ext uri="{FF2B5EF4-FFF2-40B4-BE49-F238E27FC236}">
                <a16:creationId xmlns:a16="http://schemas.microsoft.com/office/drawing/2014/main" id="{2A2C7052-C5E5-47FE-B977-930D156AA76E}"/>
              </a:ext>
            </a:extLst>
          </p:cNvPr>
          <p:cNvSpPr>
            <a:spLocks noGrp="1"/>
          </p:cNvSpPr>
          <p:nvPr>
            <p:ph type="sldNum" sz="quarter" idx="12"/>
          </p:nvPr>
        </p:nvSpPr>
        <p:spPr>
          <a:xfrm>
            <a:off x="11503152" y="0"/>
            <a:ext cx="685800" cy="685800"/>
          </a:xfrm>
        </p:spPr>
        <p:txBody>
          <a:bodyPr rtlCol="0"/>
          <a:lstStyle/>
          <a:p>
            <a:pPr rtl="0"/>
            <a:fld id="{3A4F6043-7A67-491B-98BC-F933DED7226D}" type="slidenum">
              <a:rPr lang="en-GB" smtClean="0"/>
              <a:pPr rtl="0"/>
              <a:t>12</a:t>
            </a:fld>
            <a:endParaRPr lang="en-GB" dirty="0"/>
          </a:p>
        </p:txBody>
      </p:sp>
      <p:pic>
        <p:nvPicPr>
          <p:cNvPr id="7" name="Picture Placeholder 6" descr="A group of people with cartoon characters&#10;&#10;Description automatically generated">
            <a:extLst>
              <a:ext uri="{FF2B5EF4-FFF2-40B4-BE49-F238E27FC236}">
                <a16:creationId xmlns:a16="http://schemas.microsoft.com/office/drawing/2014/main" id="{051FAB06-CE5E-D1C4-4232-E053EAA7C87F}"/>
              </a:ext>
            </a:extLst>
          </p:cNvPr>
          <p:cNvPicPr>
            <a:picLocks noGrp="1" noChangeAspect="1"/>
          </p:cNvPicPr>
          <p:nvPr>
            <p:ph type="pic" sz="quarter" idx="13"/>
          </p:nvPr>
        </p:nvPicPr>
        <p:blipFill>
          <a:blip r:embed="rId2"/>
          <a:srcRect t="2143" b="2143"/>
          <a:stretch>
            <a:fillRect/>
          </a:stretch>
        </p:blipFill>
        <p:spPr/>
      </p:pic>
      <p:pic>
        <p:nvPicPr>
          <p:cNvPr id="16" name="Picture Placeholder 15" descr="A cartoon character sitting on a ledge with a stuffed animal&#10;&#10;Description automatically generated">
            <a:extLst>
              <a:ext uri="{FF2B5EF4-FFF2-40B4-BE49-F238E27FC236}">
                <a16:creationId xmlns:a16="http://schemas.microsoft.com/office/drawing/2014/main" id="{BCF077BE-A929-B86B-6786-989FC78D799A}"/>
              </a:ext>
            </a:extLst>
          </p:cNvPr>
          <p:cNvPicPr>
            <a:picLocks noGrp="1" noChangeAspect="1"/>
          </p:cNvPicPr>
          <p:nvPr>
            <p:ph type="pic" sz="quarter" idx="14"/>
          </p:nvPr>
        </p:nvPicPr>
        <p:blipFill>
          <a:blip r:embed="rId3"/>
          <a:srcRect t="7202" b="7202"/>
          <a:stretch>
            <a:fillRect/>
          </a:stretch>
        </p:blipFill>
        <p:spPr/>
      </p:pic>
    </p:spTree>
    <p:extLst>
      <p:ext uri="{BB962C8B-B14F-4D97-AF65-F5344CB8AC3E}">
        <p14:creationId xmlns:p14="http://schemas.microsoft.com/office/powerpoint/2010/main" val="32729630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DF1F15-46F5-4A2B-AF38-34F3B8027144}"/>
              </a:ext>
            </a:extLst>
          </p:cNvPr>
          <p:cNvSpPr>
            <a:spLocks noGrp="1"/>
          </p:cNvSpPr>
          <p:nvPr>
            <p:ph type="title"/>
          </p:nvPr>
        </p:nvSpPr>
        <p:spPr>
          <a:xfrm>
            <a:off x="422897" y="539496"/>
            <a:ext cx="5228393" cy="2697190"/>
          </a:xfrm>
        </p:spPr>
        <p:txBody>
          <a:bodyPr rtlCol="0"/>
          <a:lstStyle/>
          <a:p>
            <a:pPr rtl="0"/>
            <a:r>
              <a:rPr lang="en-GB"/>
              <a:t>Thank You</a:t>
            </a:r>
          </a:p>
        </p:txBody>
      </p:sp>
      <p:sp>
        <p:nvSpPr>
          <p:cNvPr id="3" name="Content Placeholder 2">
            <a:extLst>
              <a:ext uri="{FF2B5EF4-FFF2-40B4-BE49-F238E27FC236}">
                <a16:creationId xmlns:a16="http://schemas.microsoft.com/office/drawing/2014/main" id="{360A4C54-B3B2-4B02-A340-C72E57FEE5FE}"/>
              </a:ext>
            </a:extLst>
          </p:cNvPr>
          <p:cNvSpPr>
            <a:spLocks noGrp="1"/>
          </p:cNvSpPr>
          <p:nvPr>
            <p:ph idx="1"/>
          </p:nvPr>
        </p:nvSpPr>
        <p:spPr>
          <a:xfrm>
            <a:off x="422897" y="3354749"/>
            <a:ext cx="5228392" cy="2582470"/>
          </a:xfrm>
        </p:spPr>
        <p:txBody>
          <a:bodyPr rtlCol="0"/>
          <a:lstStyle/>
          <a:p>
            <a:pPr rtl="0"/>
            <a:r>
              <a:rPr lang="en-GB" dirty="0"/>
              <a:t>2119167</a:t>
            </a:r>
          </a:p>
          <a:p>
            <a:pPr rtl="0"/>
            <a:r>
              <a:rPr lang="en-GB" dirty="0"/>
              <a:t>SWE6204</a:t>
            </a:r>
          </a:p>
          <a:p>
            <a:pPr rtl="0"/>
            <a:r>
              <a:rPr lang="en-GB" dirty="0"/>
              <a:t>Machine Learning</a:t>
            </a:r>
          </a:p>
          <a:p>
            <a:pPr rtl="0"/>
            <a:r>
              <a:rPr lang="en-GB" dirty="0"/>
              <a:t>School of Creative Technologies</a:t>
            </a:r>
          </a:p>
        </p:txBody>
      </p:sp>
      <p:pic>
        <p:nvPicPr>
          <p:cNvPr id="6" name="Picture Placeholder 5" descr="vase, pink flowers, bowl">
            <a:extLst>
              <a:ext uri="{FF2B5EF4-FFF2-40B4-BE49-F238E27FC236}">
                <a16:creationId xmlns:a16="http://schemas.microsoft.com/office/drawing/2014/main" id="{2D88F9B6-8295-40BD-BE4A-5724B9E30904}"/>
              </a:ext>
            </a:extLst>
          </p:cNvPr>
          <p:cNvPicPr>
            <a:picLocks noGrp="1" noChangeAspect="1"/>
          </p:cNvPicPr>
          <p:nvPr>
            <p:ph type="pic" sz="quarter" idx="13"/>
          </p:nvPr>
        </p:nvPicPr>
        <p:blipFill rotWithShape="1">
          <a:blip r:embed="rId2" cstate="print">
            <a:extLst>
              <a:ext uri="{28A0092B-C50C-407E-A947-70E740481C1C}">
                <a14:useLocalDpi xmlns:a14="http://schemas.microsoft.com/office/drawing/2010/main"/>
              </a:ext>
            </a:extLst>
          </a:blip>
          <a:srcRect/>
          <a:stretch/>
        </p:blipFill>
        <p:spPr>
          <a:xfrm>
            <a:off x="6620256" y="1243584"/>
            <a:ext cx="4361688" cy="4361688"/>
          </a:xfrm>
        </p:spPr>
      </p:pic>
      <p:sp>
        <p:nvSpPr>
          <p:cNvPr id="7" name="Date Placeholder 6">
            <a:extLst>
              <a:ext uri="{FF2B5EF4-FFF2-40B4-BE49-F238E27FC236}">
                <a16:creationId xmlns:a16="http://schemas.microsoft.com/office/drawing/2014/main" id="{0E645985-45F9-4BAE-831E-BE78B8D400ED}"/>
              </a:ext>
            </a:extLst>
          </p:cNvPr>
          <p:cNvSpPr>
            <a:spLocks noGrp="1"/>
          </p:cNvSpPr>
          <p:nvPr>
            <p:ph type="dt" sz="half" idx="10"/>
          </p:nvPr>
        </p:nvSpPr>
        <p:spPr>
          <a:xfrm>
            <a:off x="420624" y="6217920"/>
            <a:ext cx="2743200" cy="640080"/>
          </a:xfrm>
        </p:spPr>
        <p:txBody>
          <a:bodyPr rtlCol="0"/>
          <a:lstStyle/>
          <a:p>
            <a:pPr rtl="0"/>
            <a:r>
              <a:rPr lang="en-GB" dirty="0"/>
              <a:t>Tuesday April 30, 2024</a:t>
            </a:r>
          </a:p>
        </p:txBody>
      </p:sp>
      <p:sp>
        <p:nvSpPr>
          <p:cNvPr id="8" name="Footer Placeholder 7">
            <a:extLst>
              <a:ext uri="{FF2B5EF4-FFF2-40B4-BE49-F238E27FC236}">
                <a16:creationId xmlns:a16="http://schemas.microsoft.com/office/drawing/2014/main" id="{506AA6E5-2EF7-4786-9E1A-4FAB76BF12D3}"/>
              </a:ext>
            </a:extLst>
          </p:cNvPr>
          <p:cNvSpPr>
            <a:spLocks noGrp="1"/>
          </p:cNvSpPr>
          <p:nvPr>
            <p:ph type="ftr" sz="quarter" idx="11"/>
          </p:nvPr>
        </p:nvSpPr>
        <p:spPr>
          <a:xfrm>
            <a:off x="3767328" y="6217920"/>
            <a:ext cx="7196328" cy="640080"/>
          </a:xfrm>
        </p:spPr>
        <p:txBody>
          <a:bodyPr rtlCol="0"/>
          <a:lstStyle/>
          <a:p>
            <a:pPr rtl="0"/>
            <a:r>
              <a:rPr lang="en-GB" dirty="0"/>
              <a:t>2119167</a:t>
            </a:r>
          </a:p>
        </p:txBody>
      </p:sp>
      <p:sp>
        <p:nvSpPr>
          <p:cNvPr id="9" name="Slide Number Placeholder 8">
            <a:extLst>
              <a:ext uri="{FF2B5EF4-FFF2-40B4-BE49-F238E27FC236}">
                <a16:creationId xmlns:a16="http://schemas.microsoft.com/office/drawing/2014/main" id="{786D5C7B-55D2-44E5-9F45-7BA7BEDE5D51}"/>
              </a:ext>
            </a:extLst>
          </p:cNvPr>
          <p:cNvSpPr>
            <a:spLocks noGrp="1"/>
          </p:cNvSpPr>
          <p:nvPr>
            <p:ph type="sldNum" sz="quarter" idx="12"/>
          </p:nvPr>
        </p:nvSpPr>
        <p:spPr>
          <a:xfrm>
            <a:off x="11503152" y="0"/>
            <a:ext cx="685800" cy="685800"/>
          </a:xfrm>
        </p:spPr>
        <p:txBody>
          <a:bodyPr rtlCol="0"/>
          <a:lstStyle/>
          <a:p>
            <a:pPr rtl="0"/>
            <a:fld id="{3A4F6043-7A67-491B-98BC-F933DED7226D}" type="slidenum">
              <a:rPr lang="en-GB" smtClean="0"/>
              <a:pPr rtl="0"/>
              <a:t>13</a:t>
            </a:fld>
            <a:endParaRPr lang="en-GB" dirty="0"/>
          </a:p>
        </p:txBody>
      </p:sp>
    </p:spTree>
    <p:extLst>
      <p:ext uri="{BB962C8B-B14F-4D97-AF65-F5344CB8AC3E}">
        <p14:creationId xmlns:p14="http://schemas.microsoft.com/office/powerpoint/2010/main" val="1315345950"/>
      </p:ext>
    </p:extLst>
  </p:cSld>
  <p:clrMapOvr>
    <a:masterClrMapping/>
  </p:clrMapOvr>
</p:sld>
</file>

<file path=ppt/theme/theme1.xml><?xml version="1.0" encoding="utf-8"?>
<a:theme xmlns:a="http://schemas.openxmlformats.org/drawingml/2006/main" name="OffsetVTI">
  <a:themeElements>
    <a:clrScheme name="Custom 20">
      <a:dk1>
        <a:srgbClr val="000000"/>
      </a:dk1>
      <a:lt1>
        <a:sysClr val="window" lastClr="FFFFFF"/>
      </a:lt1>
      <a:dk2>
        <a:srgbClr val="2C3948"/>
      </a:dk2>
      <a:lt2>
        <a:srgbClr val="F4F4F4"/>
      </a:lt2>
      <a:accent1>
        <a:srgbClr val="F49D90"/>
      </a:accent1>
      <a:accent2>
        <a:srgbClr val="D6947C"/>
      </a:accent2>
      <a:accent3>
        <a:srgbClr val="BF8484"/>
      </a:accent3>
      <a:accent4>
        <a:srgbClr val="96A9AA"/>
      </a:accent4>
      <a:accent5>
        <a:srgbClr val="DD796C"/>
      </a:accent5>
      <a:accent6>
        <a:srgbClr val="D09145"/>
      </a:accent6>
      <a:hlink>
        <a:srgbClr val="DF686A"/>
      </a:hlink>
      <a:folHlink>
        <a:srgbClr val="F93F1C"/>
      </a:folHlink>
    </a:clrScheme>
    <a:fontScheme name="Dante">
      <a:majorFont>
        <a:latin typeface="Dante"/>
        <a:ea typeface=""/>
        <a:cs typeface=""/>
      </a:majorFont>
      <a:minorFont>
        <a:latin typeface="Dan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74515216.tgt.Office_50301584_TF67338807_Win32_OJ112196133" id="{758149FD-FDE6-496F-A319-9A8B6DCB2CE4}" vid="{EC83E4A7-2CFA-47B3-B7BE-E17707B5F46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lcf76f155ced4ddcb4097134ff3c332f xmlns="71af3243-3dd4-4a8d-8c0d-dd76da1f02a5">
      <Terms xmlns="http://schemas.microsoft.com/office/infopath/2007/PartnerControls"/>
    </lcf76f155ced4ddcb4097134ff3c332f>
    <TaxCatchAll xmlns="230e9df3-be65-4c73-a93b-d1236ebd677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8" ma:contentTypeDescription="Create a new document." ma:contentTypeScope="" ma:versionID="22a266b9fa9a230c5a512669d8b298c3">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eddc33fff6b14141ee5c74a0d29ea6a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2:lcf76f155ced4ddcb4097134ff3c332f" minOccurs="0"/>
                <xsd:element ref="ns4: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lcf76f155ced4ddcb4097134ff3c332f" ma:index="24" nillable="true" ma:taxonomy="true" ma:internalName="lcf76f155ced4ddcb4097134ff3c332f" ma:taxonomyFieldName="MediaServiceAITags" ma:displayName="Image Tags" ma:readOnly="false" ma:fieldId="{5cf76f15-5ced-4ddc-b409-7134ff3c332f}" ma:taxonomyMulti="true" ma:sspId="e385fb40-52d4-4fae-9c5b-3e8ff8a5878e" ma:termSetId="09814cd3-568e-4e90-9814-8d621ff8fb84" ma:anchorId="00000000-0000-0000-0000-000000000000"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5"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89259C4-AC71-4849-BC68-7545A45536D3}">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2.xml><?xml version="1.0" encoding="utf-8"?>
<ds:datastoreItem xmlns:ds="http://schemas.openxmlformats.org/officeDocument/2006/customXml" ds:itemID="{E37D1C0D-D4CE-465C-8DB2-7B2571F371B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2A4E27A5-29EC-44AC-A353-55638DDBC56C}">
  <ds:schemaRefs>
    <ds:schemaRef ds:uri="http://schemas.microsoft.com/sharepoint/v3/contenttype/forms"/>
  </ds:schemaRefs>
</ds:datastoreItem>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emplate>{83948812-1748-4941-A102-D01ABAE6DA76}tf67338807_win32</Template>
  <TotalTime>98</TotalTime>
  <Words>771</Words>
  <Application>Microsoft Office PowerPoint</Application>
  <PresentationFormat>Widescreen</PresentationFormat>
  <Paragraphs>61</Paragraphs>
  <Slides>13</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13</vt:i4>
      </vt:variant>
    </vt:vector>
  </HeadingPairs>
  <TitlesOfParts>
    <vt:vector size="22" baseType="lpstr">
      <vt:lpstr>Arial</vt:lpstr>
      <vt:lpstr>Calibri</vt:lpstr>
      <vt:lpstr>Candara Light</vt:lpstr>
      <vt:lpstr>Dante</vt:lpstr>
      <vt:lpstr>Dante (Headings)2</vt:lpstr>
      <vt:lpstr>Helvetica Neue Medium</vt:lpstr>
      <vt:lpstr>Microsoft Himalaya</vt:lpstr>
      <vt:lpstr>Wingdings 2</vt:lpstr>
      <vt:lpstr>OffsetVTI</vt:lpstr>
      <vt:lpstr>Implementation of BERT-Based QA System for Anime Context</vt:lpstr>
      <vt:lpstr>Purpose: To develop a question answering system that leverages BERT to enhance user interaction with anime content</vt:lpstr>
      <vt:lpstr>How does Bert- Based system works?</vt:lpstr>
      <vt:lpstr>Why was BERT chosen over other models?</vt:lpstr>
      <vt:lpstr>What kind of data does the system use?</vt:lpstr>
      <vt:lpstr>Data Handling Model Training  &amp; Model Evaluation</vt:lpstr>
      <vt:lpstr>Bert system in Q&amp;A</vt:lpstr>
      <vt:lpstr>PowerPoint Presentation</vt:lpstr>
      <vt:lpstr>PowerPoint Presentation</vt:lpstr>
      <vt:lpstr>PowerPoint Presentation</vt:lpstr>
      <vt:lpstr>PowerPoint Presentation</vt:lpstr>
      <vt:lpstr>Summary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Implementation of BERT-Based QA System for Anime Context</dc:title>
  <dc:creator>Shaji, Jedidiah</dc:creator>
  <cp:lastModifiedBy>Shaji, Jedidiah</cp:lastModifiedBy>
  <cp:revision>1</cp:revision>
  <dcterms:created xsi:type="dcterms:W3CDTF">2024-04-30T16:20:21Z</dcterms:created>
  <dcterms:modified xsi:type="dcterms:W3CDTF">2024-04-30T17:59:00Z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